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2" r:id="rId4"/>
    <p:sldId id="275" r:id="rId5"/>
    <p:sldId id="274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8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FEB07-2238-2D59-7EF4-0204A464F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109E5-73C6-56DB-A155-CA0FA0C40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479C6-D7AD-EB30-1CA9-B4BAC871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AAE7D-D560-4B4C-9853-F4CF50AA925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1F19D-BDF2-0B60-F0F4-F9E1C644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67D0F-7D3E-45D6-C4EE-E1E4BC065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A95C-645D-468E-A38E-2698C0FFC8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655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B355A-CBAE-CBB6-5574-B9B3F5F5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F3C0E-5246-78B4-2DFE-0DF256F83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748F6-DBC2-B9BB-FD7A-D592E6E6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AAE7D-D560-4B4C-9853-F4CF50AA925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F0C1C-7511-336B-D510-6EC695255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E6918-1321-1C63-1A6A-FE859D14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A95C-645D-468E-A38E-2698C0FFC8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15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8D03D-C0B5-7559-AF89-112E0517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32DB2-7230-16A5-4813-68190AB87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C1B84-22D0-A81C-046A-E412F9F0E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AAE7D-D560-4B4C-9853-F4CF50AA925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64666-5270-3D30-92CD-56EAED6C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7C0A4-F2CB-0705-7AA5-205B6C999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A95C-645D-468E-A38E-2698C0FFC8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85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89E8A-8FDA-F7C5-F572-A6B62B6C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0B441-07AA-EA15-0F9E-A7E667DE6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26858-5044-EA78-2124-179DF71C2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DD477-6E08-6F24-EA09-448EEB44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AAE7D-D560-4B4C-9853-F4CF50AA925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0C422-F96C-A377-01BF-4F1082A56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9AAE1-9F50-934B-A7FD-D34CBE04F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A95C-645D-468E-A38E-2698C0FFC8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151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F0B96-06DE-3881-CD32-7A097A2C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CDAA5-0D0D-8DE9-A7B6-A451F27E9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A796C-21F1-E2D7-71C2-992166B3B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25CAAE-10EC-45C2-638A-C63A0D8B6E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99906-7C4E-67F4-823D-8AF0C364E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5CA376-73CF-F99C-6A80-8D500EC76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AAE7D-D560-4B4C-9853-F4CF50AA925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8785A0-D7ED-4145-524E-27430DF7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3058B-6E40-6261-E0B6-BFFC3972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A95C-645D-468E-A38E-2698C0FFC8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555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D57F3-016E-8CBC-D2D1-4A43C44B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89118-6AAA-8B60-6B4D-D8C416C1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AAE7D-D560-4B4C-9853-F4CF50AA925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30862-4CA8-C417-1D89-97CF3EA0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6DAE33-6E2F-2901-AEE8-E24E9364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A95C-645D-468E-A38E-2698C0FFC8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26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FCC8A-E9B6-5449-A06A-0CFE4B07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AAE7D-D560-4B4C-9853-F4CF50AA925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68BC1-2123-E3CB-C184-683623D5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728B4-788C-5F60-EA82-C7A1527F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A95C-645D-468E-A38E-2698C0FFC8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25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1F621-7BF1-3C89-A7F5-4D1194D0D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2C39F-8646-51D6-6898-3357F6D81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1ABB6-156E-2B7F-EDA3-14AEED5B8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D96B5-6440-FD6D-DCA8-7837663D4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AAE7D-D560-4B4C-9853-F4CF50AA925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55C4E-3D7E-67C7-075F-B6DE6311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8B937-3F0B-62AF-75CC-F8D40AC3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A95C-645D-468E-A38E-2698C0FFC8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393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EF89F-ECD7-71D2-9782-183D04AB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6DD1B4-FD83-E562-ABE7-E53487A5A8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DC156-57E2-3458-047F-79E2A4FA7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BD085-2EB1-F519-FCB6-7F84EE1FF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AAE7D-D560-4B4C-9853-F4CF50AA925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38B1A-64B9-414F-9AD6-C3F70FF75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1CB40-193C-36D9-78EA-9C07E2D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A95C-645D-468E-A38E-2698C0FFC8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96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5540D-16A6-66C8-7484-00D17F9D6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CBA14-363D-3D35-B409-51C3C810F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7DBCD-76D0-8C5D-A337-24827E136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AAE7D-D560-4B4C-9853-F4CF50AA925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DC11B-1203-E99A-2C48-F10CD30C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9BB0B-4ABB-FDC8-7BC1-AF96E8147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A95C-645D-468E-A38E-2698C0FFC8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37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CC67FA-8F72-7F77-591E-F5E468A66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459039-C7AE-1B3E-29E6-291E2EA4E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A8567-DD61-3BA4-96C5-D729371AA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AAE7D-D560-4B4C-9853-F4CF50AA925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0F366-5B0B-CB7F-B994-28BF65F8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B19AD-F7E7-9701-D6A6-9DBBBF612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5A95C-645D-468E-A38E-2698C0FFC8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6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E56E-493D-362C-AF8A-B38C405E3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94F8A-36BB-82BA-3BFB-FCC515DDD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DE5BF-0D56-505F-F732-21B8ADCEC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0BA4-087A-4587-9D34-FB7F412AE1E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21A43-AAB5-2E85-D56F-EB8112D03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2051D-BC31-E2B4-6CBB-E6DFD0E4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627D-E943-4467-8663-4F2FF41DF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56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63842-0E9C-DADD-35C7-00C3BEA1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679FC-9F3A-DDC5-DA8E-1BB83905B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23FC2-00E3-4E8C-E78D-A85E4B2A4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0BA4-087A-4587-9D34-FB7F412AE1E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AA403-4861-4689-9D38-E3DCF7BA1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37130-50FD-766A-FF92-2F1BC96B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627D-E943-4467-8663-4F2FF41DF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93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B7EAA-711B-3620-7A21-2A0C3AB8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FD0DD-5573-28E3-ABEC-7DB7DCD24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92B5D-4657-AB53-6328-7C60B489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0BA4-087A-4587-9D34-FB7F412AE1E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8271F-346C-091E-68A7-3F715C847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E2B08-D8B8-ED2E-5746-70CB1C0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627D-E943-4467-8663-4F2FF41DF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17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EE4E-D79D-E1AA-CB98-5BFEE736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87076-34D4-23D2-5D00-8D6B62CE4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520F3-B775-7FF9-4E35-5A360159E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F2C67-8DC0-9842-0499-6F8592CB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0BA4-087A-4587-9D34-FB7F412AE1E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14E5F-D0C3-36EA-5096-81D0C5AB7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2D83-8C52-D7BE-3351-285A4430C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627D-E943-4467-8663-4F2FF41DF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45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0086C-59F7-B040-08FE-FA2DAED3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2D483-5D23-CAB2-DAB6-45C57C3F5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0EE55-247E-F776-24B8-BD77B112C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92493-5498-EDFC-020D-70DC3F0ED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619E89-C20F-3553-08CD-51548DAF62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BC62D5-BE24-EF69-E673-0DC12416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0BA4-087A-4587-9D34-FB7F412AE1E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FDED23-9CBD-FB6B-7F1B-59A34618A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A4D0BA-A533-50DB-BBF7-268BDA09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627D-E943-4467-8663-4F2FF41DF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90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B7F9-526B-0E80-F46E-2C981EF4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9F50B6-7618-2674-1258-EED496792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0BA4-087A-4587-9D34-FB7F412AE1E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5A275-8AC2-2B6A-6A1C-435E35B3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DDC707-E088-07A2-8B36-09AA365D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627D-E943-4467-8663-4F2FF41DF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8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C01C32-4E0C-0D52-EFB2-A26ACCE29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0BA4-087A-4587-9D34-FB7F412AE1E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EA03B-3D95-B875-8293-8652FC46C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57FE1-D358-271B-7908-F1226F21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627D-E943-4467-8663-4F2FF41DF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767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6EA7-0F54-5578-C8F5-35368453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FBBBB-D6DC-65B0-AA91-492BD8B07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D60A1-8F76-1F5A-A92C-C33CD0BC6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B0C68-F1D4-36D0-D785-DB106326A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0BA4-087A-4587-9D34-FB7F412AE1E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7AA1D-814F-64A7-1437-E36B65C7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E581E-FC9F-FEC0-9966-1205E3F7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627D-E943-4467-8663-4F2FF41DF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30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92330-9B83-6E63-2ECC-34B444DCA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7FCC8-AE1F-7586-0861-31E70948C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B1A50-A7F2-3AAD-ECB6-C09CA195B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33A2D-A4DC-3DC1-D847-DFC58363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0BA4-087A-4587-9D34-FB7F412AE1E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C703F-8F2D-DB3B-A35E-C3CD3260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0FF16-DEA6-51EE-0D63-EAC4B464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627D-E943-4467-8663-4F2FF41DF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47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6113A-8E36-BDE8-3B03-BA6D874D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9E49C-9CCA-5DC8-F0E5-A94503761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F1BB8-F828-F9A5-51BE-26A984B4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0BA4-087A-4587-9D34-FB7F412AE1E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6C2A-B529-BED3-F4DF-F6EC376E6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B64E8-6F1D-A3F8-779C-D36EB1A9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627D-E943-4467-8663-4F2FF41DF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51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F95590-77A3-3799-1455-6121C2AB08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D3248-6961-BD9F-7E55-EAB0EDCA1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91166-5ECC-BC67-818F-74892C9C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50BA4-087A-4587-9D34-FB7F412AE1E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5E9AB-7CC2-F9AC-56DB-ABBC1F20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B2EE5-DC1F-0BE6-25AE-C9F8E861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3627D-E943-4467-8663-4F2FF41DF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85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A8C63-5AAC-E444-B4EE-A362176A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A853E-6CD1-697D-977B-B63B0FECA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0E15F-9D4F-C6DF-A2B9-04F427FC70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AAE7D-D560-4B4C-9853-F4CF50AA9255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4E90C-D083-B84D-C06C-6BFB16276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D561E-965A-7EC4-0C73-8757F5EF9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85A95C-645D-468E-A38E-2698C0FFC8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89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EECC11-197F-F7C2-8EF0-AE682613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1FCC6-B7CF-2F06-781B-BF071448E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2BCA2-F6DC-FA7C-1793-4A3B79D68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50BA4-087A-4587-9D34-FB7F412AE1E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21F5E-CE73-EF3D-F3AD-723287689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148B4-4384-7AB9-8759-03B69AA30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3627D-E943-4467-8663-4F2FF41DF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4B7A7-85AD-B603-B9A5-13BD0904A5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Center logo to Hun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CFA6A-5FF0-A0FA-F424-6CEF52ACBB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905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16384-A69C-A6BB-FDB5-A4B788A57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D726467D-3293-7320-6A31-A77D8979BF31}"/>
              </a:ext>
            </a:extLst>
          </p:cNvPr>
          <p:cNvGrpSpPr/>
          <p:nvPr/>
        </p:nvGrpSpPr>
        <p:grpSpPr>
          <a:xfrm>
            <a:off x="2291022" y="1315161"/>
            <a:ext cx="4853353" cy="1802232"/>
            <a:chOff x="3014506" y="1817579"/>
            <a:chExt cx="4853353" cy="18022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F33B470-6D03-2DEB-5B5A-2A337FEC2998}"/>
                </a:ext>
              </a:extLst>
            </p:cNvPr>
            <p:cNvSpPr txBox="1"/>
            <p:nvPr/>
          </p:nvSpPr>
          <p:spPr>
            <a:xfrm>
              <a:off x="5041231" y="3080198"/>
              <a:ext cx="2826628" cy="38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/>
                  <a:solidFill>
                    <a:srgbClr val="196B24">
                      <a:lumMod val="50000"/>
                    </a:srgbClr>
                  </a:solidFill>
                  <a:effectLst/>
                  <a:uLnTx/>
                  <a:uFillTx/>
                  <a:latin typeface="Franklin Gothic Medium" panose="020B0603020102020204" pitchFamily="34" charset="0"/>
                  <a:ea typeface="+mn-ea"/>
                  <a:cs typeface="+mn-cs"/>
                  <a:sym typeface="Franklin Gothic Medium"/>
                  <a:rtl val="0"/>
                </a:rPr>
                <a:t>Air Quality Nexus Center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DB6CFA1-B489-9A3C-042A-7768FDCA6990}"/>
                </a:ext>
              </a:extLst>
            </p:cNvPr>
            <p:cNvGrpSpPr/>
            <p:nvPr/>
          </p:nvGrpSpPr>
          <p:grpSpPr>
            <a:xfrm>
              <a:off x="5116795" y="2058516"/>
              <a:ext cx="2279710" cy="793820"/>
              <a:chOff x="6925989" y="1385091"/>
              <a:chExt cx="1191144" cy="497825"/>
            </a:xfrm>
          </p:grpSpPr>
          <p:sp>
            <p:nvSpPr>
              <p:cNvPr id="5" name="Freeform: Shape 3">
                <a:extLst>
                  <a:ext uri="{FF2B5EF4-FFF2-40B4-BE49-F238E27FC236}">
                    <a16:creationId xmlns:a16="http://schemas.microsoft.com/office/drawing/2014/main" id="{5567A225-003F-7120-9A66-787AD14205E4}"/>
                  </a:ext>
                </a:extLst>
              </p:cNvPr>
              <p:cNvSpPr/>
              <p:nvPr/>
            </p:nvSpPr>
            <p:spPr>
              <a:xfrm>
                <a:off x="7899740" y="1401518"/>
                <a:ext cx="217393" cy="410408"/>
              </a:xfrm>
              <a:custGeom>
                <a:avLst/>
                <a:gdLst>
                  <a:gd name="connsiteX0" fmla="*/ 213698 w 252838"/>
                  <a:gd name="connsiteY0" fmla="*/ 233206 h 343038"/>
                  <a:gd name="connsiteX1" fmla="*/ 237210 w 252838"/>
                  <a:gd name="connsiteY1" fmla="*/ 254511 h 343038"/>
                  <a:gd name="connsiteX2" fmla="*/ 145253 w 252838"/>
                  <a:gd name="connsiteY2" fmla="*/ 339096 h 343038"/>
                  <a:gd name="connsiteX3" fmla="*/ 182581 w 252838"/>
                  <a:gd name="connsiteY3" fmla="*/ 816 h 343038"/>
                  <a:gd name="connsiteX4" fmla="*/ 251781 w 252838"/>
                  <a:gd name="connsiteY4" fmla="*/ 56025 h 343038"/>
                  <a:gd name="connsiteX5" fmla="*/ 213524 w 252838"/>
                  <a:gd name="connsiteY5" fmla="*/ 129347 h 343038"/>
                  <a:gd name="connsiteX6" fmla="*/ 188793 w 252838"/>
                  <a:gd name="connsiteY6" fmla="*/ 86097 h 343038"/>
                  <a:gd name="connsiteX7" fmla="*/ 130739 w 252838"/>
                  <a:gd name="connsiteY7" fmla="*/ 67926 h 343038"/>
                  <a:gd name="connsiteX8" fmla="*/ 98171 w 252838"/>
                  <a:gd name="connsiteY8" fmla="*/ 252654 h 343038"/>
                  <a:gd name="connsiteX9" fmla="*/ 198488 w 252838"/>
                  <a:gd name="connsiteY9" fmla="*/ 251260 h 343038"/>
                  <a:gd name="connsiteX10" fmla="*/ 213698 w 252838"/>
                  <a:gd name="connsiteY10" fmla="*/ 233264 h 343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2838" h="343038">
                    <a:moveTo>
                      <a:pt x="213698" y="233206"/>
                    </a:moveTo>
                    <a:cubicBezTo>
                      <a:pt x="224264" y="223743"/>
                      <a:pt x="235004" y="245049"/>
                      <a:pt x="237210" y="254511"/>
                    </a:cubicBezTo>
                    <a:cubicBezTo>
                      <a:pt x="247544" y="298516"/>
                      <a:pt x="179214" y="332071"/>
                      <a:pt x="145253" y="339096"/>
                    </a:cubicBezTo>
                    <a:cubicBezTo>
                      <a:pt x="-86150" y="387164"/>
                      <a:pt x="-16601" y="-20606"/>
                      <a:pt x="182581" y="816"/>
                    </a:cubicBezTo>
                    <a:cubicBezTo>
                      <a:pt x="211318" y="3893"/>
                      <a:pt x="247427" y="23341"/>
                      <a:pt x="251781" y="56025"/>
                    </a:cubicBezTo>
                    <a:cubicBezTo>
                      <a:pt x="255729" y="85749"/>
                      <a:pt x="249808" y="127257"/>
                      <a:pt x="213524" y="129347"/>
                    </a:cubicBezTo>
                    <a:cubicBezTo>
                      <a:pt x="183336" y="131089"/>
                      <a:pt x="191754" y="104616"/>
                      <a:pt x="188793" y="86097"/>
                    </a:cubicBezTo>
                    <a:cubicBezTo>
                      <a:pt x="183452" y="52774"/>
                      <a:pt x="154193" y="49930"/>
                      <a:pt x="130739" y="67926"/>
                    </a:cubicBezTo>
                    <a:cubicBezTo>
                      <a:pt x="89289" y="99740"/>
                      <a:pt x="68157" y="210100"/>
                      <a:pt x="98171" y="252654"/>
                    </a:cubicBezTo>
                    <a:cubicBezTo>
                      <a:pt x="124121" y="289402"/>
                      <a:pt x="169868" y="276282"/>
                      <a:pt x="198488" y="251260"/>
                    </a:cubicBezTo>
                    <a:cubicBezTo>
                      <a:pt x="204758" y="245745"/>
                      <a:pt x="209402" y="237095"/>
                      <a:pt x="213698" y="233264"/>
                    </a:cubicBezTo>
                    <a:close/>
                  </a:path>
                </a:pathLst>
              </a:custGeom>
              <a:solidFill>
                <a:srgbClr val="2589C3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" name="Freeform: Shape 4">
                <a:extLst>
                  <a:ext uri="{FF2B5EF4-FFF2-40B4-BE49-F238E27FC236}">
                    <a16:creationId xmlns:a16="http://schemas.microsoft.com/office/drawing/2014/main" id="{414FD1E6-D72E-9D56-3C71-4A141D19D040}"/>
                  </a:ext>
                </a:extLst>
              </p:cNvPr>
              <p:cNvSpPr/>
              <p:nvPr/>
            </p:nvSpPr>
            <p:spPr>
              <a:xfrm>
                <a:off x="7395468" y="1517452"/>
                <a:ext cx="210449" cy="303180"/>
              </a:xfrm>
              <a:custGeom>
                <a:avLst/>
                <a:gdLst>
                  <a:gd name="connsiteX0" fmla="*/ 70013 w 181079"/>
                  <a:gd name="connsiteY0" fmla="*/ 244582 h 253413"/>
                  <a:gd name="connsiteX1" fmla="*/ 0 w 181079"/>
                  <a:gd name="connsiteY1" fmla="*/ 237905 h 253413"/>
                  <a:gd name="connsiteX2" fmla="*/ 23105 w 181079"/>
                  <a:gd name="connsiteY2" fmla="*/ 53062 h 253413"/>
                  <a:gd name="connsiteX3" fmla="*/ 9927 w 181079"/>
                  <a:gd name="connsiteY3" fmla="*/ 22642 h 253413"/>
                  <a:gd name="connsiteX4" fmla="*/ 83133 w 181079"/>
                  <a:gd name="connsiteY4" fmla="*/ 11496 h 253413"/>
                  <a:gd name="connsiteX5" fmla="*/ 89171 w 181079"/>
                  <a:gd name="connsiteY5" fmla="*/ 52365 h 253413"/>
                  <a:gd name="connsiteX6" fmla="*/ 142348 w 181079"/>
                  <a:gd name="connsiteY6" fmla="*/ 4181 h 253413"/>
                  <a:gd name="connsiteX7" fmla="*/ 175323 w 181079"/>
                  <a:gd name="connsiteY7" fmla="*/ 51959 h 253413"/>
                  <a:gd name="connsiteX8" fmla="*/ 131318 w 181079"/>
                  <a:gd name="connsiteY8" fmla="*/ 72046 h 253413"/>
                  <a:gd name="connsiteX9" fmla="*/ 73206 w 181079"/>
                  <a:gd name="connsiteY9" fmla="*/ 206847 h 253413"/>
                  <a:gd name="connsiteX10" fmla="*/ 70071 w 181079"/>
                  <a:gd name="connsiteY10" fmla="*/ 244524 h 253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1079" h="253413">
                    <a:moveTo>
                      <a:pt x="70013" y="244582"/>
                    </a:moveTo>
                    <a:cubicBezTo>
                      <a:pt x="60782" y="254219"/>
                      <a:pt x="1916" y="260721"/>
                      <a:pt x="0" y="237905"/>
                    </a:cubicBezTo>
                    <a:cubicBezTo>
                      <a:pt x="4760" y="176426"/>
                      <a:pt x="16545" y="114773"/>
                      <a:pt x="23105" y="53062"/>
                    </a:cubicBezTo>
                    <a:cubicBezTo>
                      <a:pt x="22989" y="45109"/>
                      <a:pt x="4006" y="40464"/>
                      <a:pt x="9927" y="22642"/>
                    </a:cubicBezTo>
                    <a:cubicBezTo>
                      <a:pt x="15849" y="4819"/>
                      <a:pt x="72161" y="-986"/>
                      <a:pt x="83133" y="11496"/>
                    </a:cubicBezTo>
                    <a:cubicBezTo>
                      <a:pt x="91667" y="21249"/>
                      <a:pt x="85513" y="40813"/>
                      <a:pt x="89171" y="52365"/>
                    </a:cubicBezTo>
                    <a:cubicBezTo>
                      <a:pt x="102465" y="33962"/>
                      <a:pt x="119765" y="11554"/>
                      <a:pt x="142348" y="4181"/>
                    </a:cubicBezTo>
                    <a:cubicBezTo>
                      <a:pt x="189778" y="-11262"/>
                      <a:pt x="183682" y="18636"/>
                      <a:pt x="175323" y="51959"/>
                    </a:cubicBezTo>
                    <a:cubicBezTo>
                      <a:pt x="165976" y="89230"/>
                      <a:pt x="158719" y="70188"/>
                      <a:pt x="131318" y="72046"/>
                    </a:cubicBezTo>
                    <a:cubicBezTo>
                      <a:pt x="79650" y="75529"/>
                      <a:pt x="76283" y="168996"/>
                      <a:pt x="73206" y="206847"/>
                    </a:cubicBezTo>
                    <a:cubicBezTo>
                      <a:pt x="72451" y="215961"/>
                      <a:pt x="75644" y="238660"/>
                      <a:pt x="70071" y="244524"/>
                    </a:cubicBezTo>
                    <a:close/>
                  </a:path>
                </a:pathLst>
              </a:custGeom>
              <a:solidFill>
                <a:srgbClr val="2589C3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8" name="Graphic 4">
                <a:extLst>
                  <a:ext uri="{FF2B5EF4-FFF2-40B4-BE49-F238E27FC236}">
                    <a16:creationId xmlns:a16="http://schemas.microsoft.com/office/drawing/2014/main" id="{D7BCBBF1-9FD9-A9F5-77A1-E3F3A2F4900D}"/>
                  </a:ext>
                </a:extLst>
              </p:cNvPr>
              <p:cNvGrpSpPr/>
              <p:nvPr/>
            </p:nvGrpSpPr>
            <p:grpSpPr>
              <a:xfrm>
                <a:off x="7244532" y="1429311"/>
                <a:ext cx="135048" cy="394425"/>
                <a:chOff x="4144808" y="3341160"/>
                <a:chExt cx="116211" cy="329679"/>
              </a:xfrm>
              <a:solidFill>
                <a:srgbClr val="2589C3"/>
              </a:solidFill>
            </p:grpSpPr>
            <p:sp>
              <p:nvSpPr>
                <p:cNvPr id="25" name="Freeform: Shape 47">
                  <a:extLst>
                    <a:ext uri="{FF2B5EF4-FFF2-40B4-BE49-F238E27FC236}">
                      <a16:creationId xmlns:a16="http://schemas.microsoft.com/office/drawing/2014/main" id="{FBF5F7F7-E415-0964-B7A4-704AF46C1F96}"/>
                    </a:ext>
                  </a:extLst>
                </p:cNvPr>
                <p:cNvSpPr/>
                <p:nvPr/>
              </p:nvSpPr>
              <p:spPr>
                <a:xfrm>
                  <a:off x="4144808" y="3429675"/>
                  <a:ext cx="96319" cy="241164"/>
                </a:xfrm>
                <a:custGeom>
                  <a:avLst/>
                  <a:gdLst>
                    <a:gd name="connsiteX0" fmla="*/ 26728 w 89646"/>
                    <a:gd name="connsiteY0" fmla="*/ 1066 h 241164"/>
                    <a:gd name="connsiteX1" fmla="*/ 89078 w 89646"/>
                    <a:gd name="connsiteY1" fmla="*/ 19063 h 241164"/>
                    <a:gd name="connsiteX2" fmla="*/ 89078 w 89646"/>
                    <a:gd name="connsiteY2" fmla="*/ 41239 h 241164"/>
                    <a:gd name="connsiteX3" fmla="*/ 70617 w 89646"/>
                    <a:gd name="connsiteY3" fmla="*/ 198217 h 241164"/>
                    <a:gd name="connsiteX4" fmla="*/ 78744 w 89646"/>
                    <a:gd name="connsiteY4" fmla="*/ 207389 h 241164"/>
                    <a:gd name="connsiteX5" fmla="*/ 45886 w 89646"/>
                    <a:gd name="connsiteY5" fmla="*/ 240248 h 241164"/>
                    <a:gd name="connsiteX6" fmla="*/ 197 w 89646"/>
                    <a:gd name="connsiteY6" fmla="*/ 196998 h 241164"/>
                    <a:gd name="connsiteX7" fmla="*/ 17613 w 89646"/>
                    <a:gd name="connsiteY7" fmla="*/ 61152 h 241164"/>
                    <a:gd name="connsiteX8" fmla="*/ 4551 w 89646"/>
                    <a:gd name="connsiteY8" fmla="*/ 29512 h 241164"/>
                    <a:gd name="connsiteX9" fmla="*/ 26728 w 89646"/>
                    <a:gd name="connsiteY9" fmla="*/ 1124 h 241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646" h="241164">
                      <a:moveTo>
                        <a:pt x="26728" y="1066"/>
                      </a:moveTo>
                      <a:cubicBezTo>
                        <a:pt x="42170" y="-1372"/>
                        <a:pt x="85246" y="-1198"/>
                        <a:pt x="89078" y="19063"/>
                      </a:cubicBezTo>
                      <a:cubicBezTo>
                        <a:pt x="90123" y="24578"/>
                        <a:pt x="89484" y="35144"/>
                        <a:pt x="89078" y="41239"/>
                      </a:cubicBezTo>
                      <a:cubicBezTo>
                        <a:pt x="87394" y="66957"/>
                        <a:pt x="64289" y="184690"/>
                        <a:pt x="70617" y="198217"/>
                      </a:cubicBezTo>
                      <a:cubicBezTo>
                        <a:pt x="72068" y="201352"/>
                        <a:pt x="77409" y="203093"/>
                        <a:pt x="78744" y="207389"/>
                      </a:cubicBezTo>
                      <a:cubicBezTo>
                        <a:pt x="84724" y="226837"/>
                        <a:pt x="62141" y="238390"/>
                        <a:pt x="45886" y="240248"/>
                      </a:cubicBezTo>
                      <a:cubicBezTo>
                        <a:pt x="7802" y="244602"/>
                        <a:pt x="-1544" y="233978"/>
                        <a:pt x="197" y="196998"/>
                      </a:cubicBezTo>
                      <a:cubicBezTo>
                        <a:pt x="2171" y="153573"/>
                        <a:pt x="16685" y="104460"/>
                        <a:pt x="17613" y="61152"/>
                      </a:cubicBezTo>
                      <a:cubicBezTo>
                        <a:pt x="18078" y="38337"/>
                        <a:pt x="9486" y="44084"/>
                        <a:pt x="4551" y="29512"/>
                      </a:cubicBezTo>
                      <a:cubicBezTo>
                        <a:pt x="-1660" y="11051"/>
                        <a:pt x="9718" y="3736"/>
                        <a:pt x="26728" y="1124"/>
                      </a:cubicBezTo>
                      <a:close/>
                    </a:path>
                  </a:pathLst>
                </a:custGeom>
                <a:solidFill>
                  <a:srgbClr val="2589C3"/>
                </a:solidFill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EA72E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Freeform: Shape 48">
                  <a:extLst>
                    <a:ext uri="{FF2B5EF4-FFF2-40B4-BE49-F238E27FC236}">
                      <a16:creationId xmlns:a16="http://schemas.microsoft.com/office/drawing/2014/main" id="{78DDF8AA-CC50-BED5-36F6-0D16F9B65FE7}"/>
                    </a:ext>
                  </a:extLst>
                </p:cNvPr>
                <p:cNvSpPr/>
                <p:nvPr/>
              </p:nvSpPr>
              <p:spPr>
                <a:xfrm>
                  <a:off x="4186302" y="3341160"/>
                  <a:ext cx="74717" cy="69000"/>
                </a:xfrm>
                <a:custGeom>
                  <a:avLst/>
                  <a:gdLst>
                    <a:gd name="connsiteX0" fmla="*/ 37229 w 74717"/>
                    <a:gd name="connsiteY0" fmla="*/ 585 h 69000"/>
                    <a:gd name="connsiteX1" fmla="*/ 36010 w 74717"/>
                    <a:gd name="connsiteY1" fmla="*/ 68566 h 69000"/>
                    <a:gd name="connsiteX2" fmla="*/ 37229 w 74717"/>
                    <a:gd name="connsiteY2" fmla="*/ 585 h 69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4717" h="69000">
                      <a:moveTo>
                        <a:pt x="37229" y="585"/>
                      </a:moveTo>
                      <a:cubicBezTo>
                        <a:pt x="83324" y="-7020"/>
                        <a:pt x="91393" y="61948"/>
                        <a:pt x="36010" y="68566"/>
                      </a:cubicBezTo>
                      <a:cubicBezTo>
                        <a:pt x="-17748" y="75010"/>
                        <a:pt x="-6253" y="7725"/>
                        <a:pt x="37229" y="585"/>
                      </a:cubicBezTo>
                      <a:close/>
                    </a:path>
                  </a:pathLst>
                </a:custGeom>
                <a:solidFill>
                  <a:srgbClr val="2589C3"/>
                </a:solidFill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EA72E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" name="Freeform: Shape 30">
                <a:extLst>
                  <a:ext uri="{FF2B5EF4-FFF2-40B4-BE49-F238E27FC236}">
                    <a16:creationId xmlns:a16="http://schemas.microsoft.com/office/drawing/2014/main" id="{715630F7-01AC-547D-AD68-B7DDA2C59FCC}"/>
                  </a:ext>
                </a:extLst>
              </p:cNvPr>
              <p:cNvSpPr/>
              <p:nvPr/>
            </p:nvSpPr>
            <p:spPr>
              <a:xfrm>
                <a:off x="7605917" y="1413267"/>
                <a:ext cx="293823" cy="469649"/>
              </a:xfrm>
              <a:custGeom>
                <a:avLst/>
                <a:gdLst>
                  <a:gd name="connsiteX0" fmla="*/ 295760 w 298657"/>
                  <a:gd name="connsiteY0" fmla="*/ 339386 h 392555"/>
                  <a:gd name="connsiteX1" fmla="*/ 279911 w 298657"/>
                  <a:gd name="connsiteY1" fmla="*/ 372942 h 392555"/>
                  <a:gd name="connsiteX2" fmla="*/ 160378 w 298657"/>
                  <a:gd name="connsiteY2" fmla="*/ 338806 h 392555"/>
                  <a:gd name="connsiteX3" fmla="*/ 6535 w 298657"/>
                  <a:gd name="connsiteY3" fmla="*/ 273960 h 392555"/>
                  <a:gd name="connsiteX4" fmla="*/ 173731 w 298657"/>
                  <a:gd name="connsiteY4" fmla="*/ 468 h 392555"/>
                  <a:gd name="connsiteX5" fmla="*/ 209956 w 298657"/>
                  <a:gd name="connsiteY5" fmla="*/ 302929 h 392555"/>
                  <a:gd name="connsiteX6" fmla="*/ 258025 w 298657"/>
                  <a:gd name="connsiteY6" fmla="*/ 338864 h 392555"/>
                  <a:gd name="connsiteX7" fmla="*/ 295818 w 298657"/>
                  <a:gd name="connsiteY7" fmla="*/ 339386 h 392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8657" h="392555">
                    <a:moveTo>
                      <a:pt x="295760" y="339386"/>
                    </a:moveTo>
                    <a:cubicBezTo>
                      <a:pt x="305571" y="349256"/>
                      <a:pt x="287980" y="366846"/>
                      <a:pt x="279911" y="372942"/>
                    </a:cubicBezTo>
                    <a:cubicBezTo>
                      <a:pt x="232481" y="408703"/>
                      <a:pt x="180058" y="394537"/>
                      <a:pt x="160378" y="338806"/>
                    </a:cubicBezTo>
                    <a:cubicBezTo>
                      <a:pt x="96751" y="363130"/>
                      <a:pt x="25461" y="345076"/>
                      <a:pt x="6535" y="273960"/>
                    </a:cubicBezTo>
                    <a:cubicBezTo>
                      <a:pt x="-21679" y="168186"/>
                      <a:pt x="42819" y="-10330"/>
                      <a:pt x="173731" y="468"/>
                    </a:cubicBezTo>
                    <a:cubicBezTo>
                      <a:pt x="318633" y="12427"/>
                      <a:pt x="289954" y="231987"/>
                      <a:pt x="209956" y="302929"/>
                    </a:cubicBezTo>
                    <a:cubicBezTo>
                      <a:pt x="225979" y="318661"/>
                      <a:pt x="232887" y="336658"/>
                      <a:pt x="258025" y="338864"/>
                    </a:cubicBezTo>
                    <a:cubicBezTo>
                      <a:pt x="267197" y="339677"/>
                      <a:pt x="291347" y="334916"/>
                      <a:pt x="295818" y="339386"/>
                    </a:cubicBezTo>
                    <a:close/>
                  </a:path>
                </a:pathLst>
              </a:custGeom>
              <a:solidFill>
                <a:srgbClr val="2589C3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42">
                <a:extLst>
                  <a:ext uri="{FF2B5EF4-FFF2-40B4-BE49-F238E27FC236}">
                    <a16:creationId xmlns:a16="http://schemas.microsoft.com/office/drawing/2014/main" id="{F024D0FB-D240-DA2B-536E-29E10ABCC34B}"/>
                  </a:ext>
                </a:extLst>
              </p:cNvPr>
              <p:cNvSpPr/>
              <p:nvPr/>
            </p:nvSpPr>
            <p:spPr>
              <a:xfrm>
                <a:off x="7682348" y="1471950"/>
                <a:ext cx="149907" cy="247200"/>
              </a:xfrm>
              <a:custGeom>
                <a:avLst/>
                <a:gdLst>
                  <a:gd name="connsiteX0" fmla="*/ 121042 w 123089"/>
                  <a:gd name="connsiteY0" fmla="*/ 58295 h 206622"/>
                  <a:gd name="connsiteX1" fmla="*/ 121042 w 123089"/>
                  <a:gd name="connsiteY1" fmla="*/ 112692 h 206622"/>
                  <a:gd name="connsiteX2" fmla="*/ 111986 w 123089"/>
                  <a:gd name="connsiteY2" fmla="*/ 164185 h 206622"/>
                  <a:gd name="connsiteX3" fmla="*/ 98808 w 123089"/>
                  <a:gd name="connsiteY3" fmla="*/ 206623 h 206622"/>
                  <a:gd name="connsiteX4" fmla="*/ 34426 w 123089"/>
                  <a:gd name="connsiteY4" fmla="*/ 170629 h 206622"/>
                  <a:gd name="connsiteX5" fmla="*/ 0 w 123089"/>
                  <a:gd name="connsiteY5" fmla="*/ 184330 h 206622"/>
                  <a:gd name="connsiteX6" fmla="*/ 58112 w 123089"/>
                  <a:gd name="connsiteY6" fmla="*/ 8891 h 206622"/>
                  <a:gd name="connsiteX7" fmla="*/ 114192 w 123089"/>
                  <a:gd name="connsiteY7" fmla="*/ 29384 h 206622"/>
                  <a:gd name="connsiteX8" fmla="*/ 121100 w 123089"/>
                  <a:gd name="connsiteY8" fmla="*/ 58295 h 206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089" h="206622">
                    <a:moveTo>
                      <a:pt x="121042" y="58295"/>
                    </a:moveTo>
                    <a:cubicBezTo>
                      <a:pt x="123887" y="75073"/>
                      <a:pt x="123655" y="95740"/>
                      <a:pt x="121042" y="112692"/>
                    </a:cubicBezTo>
                    <a:cubicBezTo>
                      <a:pt x="119881" y="127495"/>
                      <a:pt x="115469" y="149323"/>
                      <a:pt x="111986" y="164185"/>
                    </a:cubicBezTo>
                    <a:cubicBezTo>
                      <a:pt x="108503" y="179047"/>
                      <a:pt x="102465" y="192283"/>
                      <a:pt x="98808" y="206623"/>
                    </a:cubicBezTo>
                    <a:cubicBezTo>
                      <a:pt x="78953" y="186710"/>
                      <a:pt x="67342" y="163721"/>
                      <a:pt x="34426" y="170629"/>
                    </a:cubicBezTo>
                    <a:cubicBezTo>
                      <a:pt x="22467" y="173126"/>
                      <a:pt x="12307" y="183982"/>
                      <a:pt x="0" y="184330"/>
                    </a:cubicBezTo>
                    <a:cubicBezTo>
                      <a:pt x="348" y="133823"/>
                      <a:pt x="14223" y="40124"/>
                      <a:pt x="58112" y="8891"/>
                    </a:cubicBezTo>
                    <a:cubicBezTo>
                      <a:pt x="83481" y="-9222"/>
                      <a:pt x="105019" y="1693"/>
                      <a:pt x="114192" y="29384"/>
                    </a:cubicBezTo>
                    <a:cubicBezTo>
                      <a:pt x="116456" y="36235"/>
                      <a:pt x="120636" y="53477"/>
                      <a:pt x="121100" y="582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43">
                <a:extLst>
                  <a:ext uri="{FF2B5EF4-FFF2-40B4-BE49-F238E27FC236}">
                    <a16:creationId xmlns:a16="http://schemas.microsoft.com/office/drawing/2014/main" id="{D24F7E83-935B-B462-6A4F-20A908D180F9}"/>
                  </a:ext>
                </a:extLst>
              </p:cNvPr>
              <p:cNvSpPr/>
              <p:nvPr/>
            </p:nvSpPr>
            <p:spPr>
              <a:xfrm>
                <a:off x="7701621" y="1731296"/>
                <a:ext cx="57411" cy="43739"/>
              </a:xfrm>
              <a:custGeom>
                <a:avLst/>
                <a:gdLst>
                  <a:gd name="connsiteX0" fmla="*/ 49404 w 49403"/>
                  <a:gd name="connsiteY0" fmla="*/ 34259 h 36559"/>
                  <a:gd name="connsiteX1" fmla="*/ 0 w 49403"/>
                  <a:gd name="connsiteY1" fmla="*/ 10980 h 36559"/>
                  <a:gd name="connsiteX2" fmla="*/ 49404 w 49403"/>
                  <a:gd name="connsiteY2" fmla="*/ 34259 h 36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403" h="36559">
                    <a:moveTo>
                      <a:pt x="49404" y="34259"/>
                    </a:moveTo>
                    <a:cubicBezTo>
                      <a:pt x="27634" y="41342"/>
                      <a:pt x="8766" y="31647"/>
                      <a:pt x="0" y="10980"/>
                    </a:cubicBezTo>
                    <a:cubicBezTo>
                      <a:pt x="27227" y="-12822"/>
                      <a:pt x="43598" y="5349"/>
                      <a:pt x="49404" y="342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44">
                <a:extLst>
                  <a:ext uri="{FF2B5EF4-FFF2-40B4-BE49-F238E27FC236}">
                    <a16:creationId xmlns:a16="http://schemas.microsoft.com/office/drawing/2014/main" id="{ABE85044-5A25-5A4E-B6BF-EEC0923D7CD8}"/>
                  </a:ext>
                </a:extLst>
              </p:cNvPr>
              <p:cNvSpPr/>
              <p:nvPr/>
            </p:nvSpPr>
            <p:spPr>
              <a:xfrm>
                <a:off x="6925989" y="1385091"/>
                <a:ext cx="278999" cy="438645"/>
              </a:xfrm>
              <a:custGeom>
                <a:avLst/>
                <a:gdLst>
                  <a:gd name="connsiteX0" fmla="*/ 193046 w 305944"/>
                  <a:gd name="connsiteY0" fmla="*/ 1426 h 366640"/>
                  <a:gd name="connsiteX1" fmla="*/ 254642 w 305944"/>
                  <a:gd name="connsiteY1" fmla="*/ 39684 h 366640"/>
                  <a:gd name="connsiteX2" fmla="*/ 298066 w 305944"/>
                  <a:gd name="connsiteY2" fmla="*/ 312653 h 366640"/>
                  <a:gd name="connsiteX3" fmla="*/ 291622 w 305944"/>
                  <a:gd name="connsiteY3" fmla="*/ 357122 h 366640"/>
                  <a:gd name="connsiteX4" fmla="*/ 219577 w 305944"/>
                  <a:gd name="connsiteY4" fmla="*/ 354045 h 366640"/>
                  <a:gd name="connsiteX5" fmla="*/ 209708 w 305944"/>
                  <a:gd name="connsiteY5" fmla="*/ 267487 h 366640"/>
                  <a:gd name="connsiteX6" fmla="*/ 104456 w 305944"/>
                  <a:gd name="connsiteY6" fmla="*/ 271319 h 366640"/>
                  <a:gd name="connsiteX7" fmla="*/ 72527 w 305944"/>
                  <a:gd name="connsiteY7" fmla="*/ 358051 h 366640"/>
                  <a:gd name="connsiteX8" fmla="*/ 24458 w 305944"/>
                  <a:gd name="connsiteY8" fmla="*/ 366237 h 366640"/>
                  <a:gd name="connsiteX9" fmla="*/ 9422 w 305944"/>
                  <a:gd name="connsiteY9" fmla="*/ 322116 h 366640"/>
                  <a:gd name="connsiteX10" fmla="*/ 64515 w 305944"/>
                  <a:gd name="connsiteY10" fmla="*/ 191843 h 366640"/>
                  <a:gd name="connsiteX11" fmla="*/ 140276 w 305944"/>
                  <a:gd name="connsiteY11" fmla="*/ 27899 h 366640"/>
                  <a:gd name="connsiteX12" fmla="*/ 192988 w 305944"/>
                  <a:gd name="connsiteY12" fmla="*/ 1485 h 366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5944" h="366640">
                    <a:moveTo>
                      <a:pt x="193046" y="1426"/>
                    </a:moveTo>
                    <a:cubicBezTo>
                      <a:pt x="233336" y="-2289"/>
                      <a:pt x="246398" y="-1592"/>
                      <a:pt x="254642" y="39684"/>
                    </a:cubicBezTo>
                    <a:cubicBezTo>
                      <a:pt x="272522" y="128796"/>
                      <a:pt x="280766" y="222844"/>
                      <a:pt x="298066" y="312653"/>
                    </a:cubicBezTo>
                    <a:cubicBezTo>
                      <a:pt x="301897" y="332682"/>
                      <a:pt x="316817" y="346556"/>
                      <a:pt x="291622" y="357122"/>
                    </a:cubicBezTo>
                    <a:cubicBezTo>
                      <a:pt x="276412" y="363508"/>
                      <a:pt x="228053" y="371345"/>
                      <a:pt x="219577" y="354045"/>
                    </a:cubicBezTo>
                    <a:cubicBezTo>
                      <a:pt x="211101" y="336745"/>
                      <a:pt x="217023" y="278285"/>
                      <a:pt x="209708" y="267487"/>
                    </a:cubicBezTo>
                    <a:cubicBezTo>
                      <a:pt x="204889" y="260346"/>
                      <a:pt x="118970" y="271377"/>
                      <a:pt x="104456" y="271319"/>
                    </a:cubicBezTo>
                    <a:cubicBezTo>
                      <a:pt x="89014" y="289083"/>
                      <a:pt x="86924" y="345860"/>
                      <a:pt x="72527" y="358051"/>
                    </a:cubicBezTo>
                    <a:cubicBezTo>
                      <a:pt x="62890" y="366237"/>
                      <a:pt x="36940" y="367456"/>
                      <a:pt x="24458" y="366237"/>
                    </a:cubicBezTo>
                    <a:cubicBezTo>
                      <a:pt x="-11419" y="362695"/>
                      <a:pt x="192" y="347137"/>
                      <a:pt x="9422" y="322116"/>
                    </a:cubicBezTo>
                    <a:cubicBezTo>
                      <a:pt x="25213" y="279330"/>
                      <a:pt x="46112" y="233874"/>
                      <a:pt x="64515" y="191843"/>
                    </a:cubicBezTo>
                    <a:cubicBezTo>
                      <a:pt x="85879" y="143078"/>
                      <a:pt x="113745" y="71788"/>
                      <a:pt x="140276" y="27899"/>
                    </a:cubicBezTo>
                    <a:cubicBezTo>
                      <a:pt x="154034" y="5142"/>
                      <a:pt x="166748" y="3923"/>
                      <a:pt x="192988" y="1485"/>
                    </a:cubicBezTo>
                    <a:close/>
                  </a:path>
                </a:pathLst>
              </a:custGeom>
              <a:solidFill>
                <a:srgbClr val="2589C3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45">
                <a:extLst>
                  <a:ext uri="{FF2B5EF4-FFF2-40B4-BE49-F238E27FC236}">
                    <a16:creationId xmlns:a16="http://schemas.microsoft.com/office/drawing/2014/main" id="{36D0B887-E3ED-0DAB-545F-2D8DFAB64E41}"/>
                  </a:ext>
                </a:extLst>
              </p:cNvPr>
              <p:cNvSpPr/>
              <p:nvPr/>
            </p:nvSpPr>
            <p:spPr>
              <a:xfrm>
                <a:off x="7032194" y="1467794"/>
                <a:ext cx="89232" cy="180373"/>
              </a:xfrm>
              <a:custGeom>
                <a:avLst/>
                <a:gdLst>
                  <a:gd name="connsiteX0" fmla="*/ 61924 w 76785"/>
                  <a:gd name="connsiteY0" fmla="*/ 0 h 150765"/>
                  <a:gd name="connsiteX1" fmla="*/ 76786 w 76785"/>
                  <a:gd name="connsiteY1" fmla="*/ 145831 h 150765"/>
                  <a:gd name="connsiteX2" fmla="*/ 155 w 76785"/>
                  <a:gd name="connsiteY2" fmla="*/ 150766 h 150765"/>
                  <a:gd name="connsiteX3" fmla="*/ 1316 w 76785"/>
                  <a:gd name="connsiteY3" fmla="*/ 140839 h 150765"/>
                  <a:gd name="connsiteX4" fmla="*/ 56409 w 76785"/>
                  <a:gd name="connsiteY4" fmla="*/ 3193 h 150765"/>
                  <a:gd name="connsiteX5" fmla="*/ 61924 w 76785"/>
                  <a:gd name="connsiteY5" fmla="*/ 58 h 150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6785" h="150765">
                    <a:moveTo>
                      <a:pt x="61924" y="0"/>
                    </a:moveTo>
                    <a:lnTo>
                      <a:pt x="76786" y="145831"/>
                    </a:lnTo>
                    <a:lnTo>
                      <a:pt x="155" y="150766"/>
                    </a:lnTo>
                    <a:cubicBezTo>
                      <a:pt x="-310" y="147283"/>
                      <a:pt x="329" y="144148"/>
                      <a:pt x="1316" y="140839"/>
                    </a:cubicBezTo>
                    <a:cubicBezTo>
                      <a:pt x="14610" y="95673"/>
                      <a:pt x="43289" y="49288"/>
                      <a:pt x="56409" y="3193"/>
                    </a:cubicBezTo>
                    <a:lnTo>
                      <a:pt x="61924" y="58"/>
                    </a:lnTo>
                    <a:close/>
                  </a:path>
                </a:pathLst>
              </a:custGeom>
              <a:solidFill>
                <a:srgbClr val="FFFFFF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6F1AFB8C-846B-AD72-474C-12920692FB22}"/>
                </a:ext>
              </a:extLst>
            </p:cNvPr>
            <p:cNvSpPr/>
            <p:nvPr/>
          </p:nvSpPr>
          <p:spPr>
            <a:xfrm flipH="1">
              <a:off x="4980704" y="2803373"/>
              <a:ext cx="2630712" cy="276825"/>
            </a:xfrm>
            <a:custGeom>
              <a:avLst/>
              <a:gdLst/>
              <a:ahLst/>
              <a:cxnLst/>
              <a:rect l="l" t="t" r="r" b="b"/>
              <a:pathLst>
                <a:path w="5955030" h="1860947">
                  <a:moveTo>
                    <a:pt x="0" y="0"/>
                  </a:moveTo>
                  <a:lnTo>
                    <a:pt x="5955030" y="0"/>
                  </a:lnTo>
                  <a:lnTo>
                    <a:pt x="5955030" y="1860947"/>
                  </a:lnTo>
                  <a:lnTo>
                    <a:pt x="0" y="186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8" name="Picture 27" descr="ait">
              <a:extLst>
                <a:ext uri="{FF2B5EF4-FFF2-40B4-BE49-F238E27FC236}">
                  <a16:creationId xmlns:a16="http://schemas.microsoft.com/office/drawing/2014/main" id="{E7CD09D6-EF65-6788-D6A2-BF35EF219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506" y="1817579"/>
              <a:ext cx="1802232" cy="180223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2FF313-F7D7-986E-6905-E681B9D8B777}"/>
                </a:ext>
              </a:extLst>
            </p:cNvPr>
            <p:cNvCxnSpPr>
              <a:cxnSpLocks/>
            </p:cNvCxnSpPr>
            <p:nvPr/>
          </p:nvCxnSpPr>
          <p:spPr>
            <a:xfrm>
              <a:off x="4933629" y="1930608"/>
              <a:ext cx="1" cy="1528604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72DAEA70-EB16-ACFB-AEEF-57E419799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358" y="3799748"/>
            <a:ext cx="2976738" cy="110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19F2-0957-0313-0115-AAAA65D3E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4E2A743-291C-298B-A53D-D5828D8FB8E0}"/>
              </a:ext>
            </a:extLst>
          </p:cNvPr>
          <p:cNvGrpSpPr/>
          <p:nvPr/>
        </p:nvGrpSpPr>
        <p:grpSpPr>
          <a:xfrm>
            <a:off x="4780644" y="2918159"/>
            <a:ext cx="2630712" cy="1021682"/>
            <a:chOff x="4980704" y="2058516"/>
            <a:chExt cx="2630712" cy="102168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7092420-8B36-4F8D-4605-130EF2B1EC8A}"/>
                </a:ext>
              </a:extLst>
            </p:cNvPr>
            <p:cNvGrpSpPr/>
            <p:nvPr/>
          </p:nvGrpSpPr>
          <p:grpSpPr>
            <a:xfrm>
              <a:off x="5116795" y="2058516"/>
              <a:ext cx="2279710" cy="793820"/>
              <a:chOff x="6925989" y="1385091"/>
              <a:chExt cx="1191144" cy="497825"/>
            </a:xfrm>
          </p:grpSpPr>
          <p:sp>
            <p:nvSpPr>
              <p:cNvPr id="5" name="Freeform: Shape 3">
                <a:extLst>
                  <a:ext uri="{FF2B5EF4-FFF2-40B4-BE49-F238E27FC236}">
                    <a16:creationId xmlns:a16="http://schemas.microsoft.com/office/drawing/2014/main" id="{53A25149-C250-4516-42C9-885EE6E86A24}"/>
                  </a:ext>
                </a:extLst>
              </p:cNvPr>
              <p:cNvSpPr/>
              <p:nvPr/>
            </p:nvSpPr>
            <p:spPr>
              <a:xfrm>
                <a:off x="7899740" y="1401518"/>
                <a:ext cx="217393" cy="410408"/>
              </a:xfrm>
              <a:custGeom>
                <a:avLst/>
                <a:gdLst>
                  <a:gd name="connsiteX0" fmla="*/ 213698 w 252838"/>
                  <a:gd name="connsiteY0" fmla="*/ 233206 h 343038"/>
                  <a:gd name="connsiteX1" fmla="*/ 237210 w 252838"/>
                  <a:gd name="connsiteY1" fmla="*/ 254511 h 343038"/>
                  <a:gd name="connsiteX2" fmla="*/ 145253 w 252838"/>
                  <a:gd name="connsiteY2" fmla="*/ 339096 h 343038"/>
                  <a:gd name="connsiteX3" fmla="*/ 182581 w 252838"/>
                  <a:gd name="connsiteY3" fmla="*/ 816 h 343038"/>
                  <a:gd name="connsiteX4" fmla="*/ 251781 w 252838"/>
                  <a:gd name="connsiteY4" fmla="*/ 56025 h 343038"/>
                  <a:gd name="connsiteX5" fmla="*/ 213524 w 252838"/>
                  <a:gd name="connsiteY5" fmla="*/ 129347 h 343038"/>
                  <a:gd name="connsiteX6" fmla="*/ 188793 w 252838"/>
                  <a:gd name="connsiteY6" fmla="*/ 86097 h 343038"/>
                  <a:gd name="connsiteX7" fmla="*/ 130739 w 252838"/>
                  <a:gd name="connsiteY7" fmla="*/ 67926 h 343038"/>
                  <a:gd name="connsiteX8" fmla="*/ 98171 w 252838"/>
                  <a:gd name="connsiteY8" fmla="*/ 252654 h 343038"/>
                  <a:gd name="connsiteX9" fmla="*/ 198488 w 252838"/>
                  <a:gd name="connsiteY9" fmla="*/ 251260 h 343038"/>
                  <a:gd name="connsiteX10" fmla="*/ 213698 w 252838"/>
                  <a:gd name="connsiteY10" fmla="*/ 233264 h 343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2838" h="343038">
                    <a:moveTo>
                      <a:pt x="213698" y="233206"/>
                    </a:moveTo>
                    <a:cubicBezTo>
                      <a:pt x="224264" y="223743"/>
                      <a:pt x="235004" y="245049"/>
                      <a:pt x="237210" y="254511"/>
                    </a:cubicBezTo>
                    <a:cubicBezTo>
                      <a:pt x="247544" y="298516"/>
                      <a:pt x="179214" y="332071"/>
                      <a:pt x="145253" y="339096"/>
                    </a:cubicBezTo>
                    <a:cubicBezTo>
                      <a:pt x="-86150" y="387164"/>
                      <a:pt x="-16601" y="-20606"/>
                      <a:pt x="182581" y="816"/>
                    </a:cubicBezTo>
                    <a:cubicBezTo>
                      <a:pt x="211318" y="3893"/>
                      <a:pt x="247427" y="23341"/>
                      <a:pt x="251781" y="56025"/>
                    </a:cubicBezTo>
                    <a:cubicBezTo>
                      <a:pt x="255729" y="85749"/>
                      <a:pt x="249808" y="127257"/>
                      <a:pt x="213524" y="129347"/>
                    </a:cubicBezTo>
                    <a:cubicBezTo>
                      <a:pt x="183336" y="131089"/>
                      <a:pt x="191754" y="104616"/>
                      <a:pt x="188793" y="86097"/>
                    </a:cubicBezTo>
                    <a:cubicBezTo>
                      <a:pt x="183452" y="52774"/>
                      <a:pt x="154193" y="49930"/>
                      <a:pt x="130739" y="67926"/>
                    </a:cubicBezTo>
                    <a:cubicBezTo>
                      <a:pt x="89289" y="99740"/>
                      <a:pt x="68157" y="210100"/>
                      <a:pt x="98171" y="252654"/>
                    </a:cubicBezTo>
                    <a:cubicBezTo>
                      <a:pt x="124121" y="289402"/>
                      <a:pt x="169868" y="276282"/>
                      <a:pt x="198488" y="251260"/>
                    </a:cubicBezTo>
                    <a:cubicBezTo>
                      <a:pt x="204758" y="245745"/>
                      <a:pt x="209402" y="237095"/>
                      <a:pt x="213698" y="233264"/>
                    </a:cubicBezTo>
                    <a:close/>
                  </a:path>
                </a:pathLst>
              </a:custGeom>
              <a:solidFill>
                <a:srgbClr val="2589C3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" name="Freeform: Shape 4">
                <a:extLst>
                  <a:ext uri="{FF2B5EF4-FFF2-40B4-BE49-F238E27FC236}">
                    <a16:creationId xmlns:a16="http://schemas.microsoft.com/office/drawing/2014/main" id="{97206C1C-4F57-8BF2-0760-873082884808}"/>
                  </a:ext>
                </a:extLst>
              </p:cNvPr>
              <p:cNvSpPr/>
              <p:nvPr/>
            </p:nvSpPr>
            <p:spPr>
              <a:xfrm>
                <a:off x="7395468" y="1517452"/>
                <a:ext cx="210449" cy="303180"/>
              </a:xfrm>
              <a:custGeom>
                <a:avLst/>
                <a:gdLst>
                  <a:gd name="connsiteX0" fmla="*/ 70013 w 181079"/>
                  <a:gd name="connsiteY0" fmla="*/ 244582 h 253413"/>
                  <a:gd name="connsiteX1" fmla="*/ 0 w 181079"/>
                  <a:gd name="connsiteY1" fmla="*/ 237905 h 253413"/>
                  <a:gd name="connsiteX2" fmla="*/ 23105 w 181079"/>
                  <a:gd name="connsiteY2" fmla="*/ 53062 h 253413"/>
                  <a:gd name="connsiteX3" fmla="*/ 9927 w 181079"/>
                  <a:gd name="connsiteY3" fmla="*/ 22642 h 253413"/>
                  <a:gd name="connsiteX4" fmla="*/ 83133 w 181079"/>
                  <a:gd name="connsiteY4" fmla="*/ 11496 h 253413"/>
                  <a:gd name="connsiteX5" fmla="*/ 89171 w 181079"/>
                  <a:gd name="connsiteY5" fmla="*/ 52365 h 253413"/>
                  <a:gd name="connsiteX6" fmla="*/ 142348 w 181079"/>
                  <a:gd name="connsiteY6" fmla="*/ 4181 h 253413"/>
                  <a:gd name="connsiteX7" fmla="*/ 175323 w 181079"/>
                  <a:gd name="connsiteY7" fmla="*/ 51959 h 253413"/>
                  <a:gd name="connsiteX8" fmla="*/ 131318 w 181079"/>
                  <a:gd name="connsiteY8" fmla="*/ 72046 h 253413"/>
                  <a:gd name="connsiteX9" fmla="*/ 73206 w 181079"/>
                  <a:gd name="connsiteY9" fmla="*/ 206847 h 253413"/>
                  <a:gd name="connsiteX10" fmla="*/ 70071 w 181079"/>
                  <a:gd name="connsiteY10" fmla="*/ 244524 h 253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1079" h="253413">
                    <a:moveTo>
                      <a:pt x="70013" y="244582"/>
                    </a:moveTo>
                    <a:cubicBezTo>
                      <a:pt x="60782" y="254219"/>
                      <a:pt x="1916" y="260721"/>
                      <a:pt x="0" y="237905"/>
                    </a:cubicBezTo>
                    <a:cubicBezTo>
                      <a:pt x="4760" y="176426"/>
                      <a:pt x="16545" y="114773"/>
                      <a:pt x="23105" y="53062"/>
                    </a:cubicBezTo>
                    <a:cubicBezTo>
                      <a:pt x="22989" y="45109"/>
                      <a:pt x="4006" y="40464"/>
                      <a:pt x="9927" y="22642"/>
                    </a:cubicBezTo>
                    <a:cubicBezTo>
                      <a:pt x="15849" y="4819"/>
                      <a:pt x="72161" y="-986"/>
                      <a:pt x="83133" y="11496"/>
                    </a:cubicBezTo>
                    <a:cubicBezTo>
                      <a:pt x="91667" y="21249"/>
                      <a:pt x="85513" y="40813"/>
                      <a:pt x="89171" y="52365"/>
                    </a:cubicBezTo>
                    <a:cubicBezTo>
                      <a:pt x="102465" y="33962"/>
                      <a:pt x="119765" y="11554"/>
                      <a:pt x="142348" y="4181"/>
                    </a:cubicBezTo>
                    <a:cubicBezTo>
                      <a:pt x="189778" y="-11262"/>
                      <a:pt x="183682" y="18636"/>
                      <a:pt x="175323" y="51959"/>
                    </a:cubicBezTo>
                    <a:cubicBezTo>
                      <a:pt x="165976" y="89230"/>
                      <a:pt x="158719" y="70188"/>
                      <a:pt x="131318" y="72046"/>
                    </a:cubicBezTo>
                    <a:cubicBezTo>
                      <a:pt x="79650" y="75529"/>
                      <a:pt x="76283" y="168996"/>
                      <a:pt x="73206" y="206847"/>
                    </a:cubicBezTo>
                    <a:cubicBezTo>
                      <a:pt x="72451" y="215961"/>
                      <a:pt x="75644" y="238660"/>
                      <a:pt x="70071" y="244524"/>
                    </a:cubicBezTo>
                    <a:close/>
                  </a:path>
                </a:pathLst>
              </a:custGeom>
              <a:solidFill>
                <a:srgbClr val="2589C3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8" name="Graphic 4">
                <a:extLst>
                  <a:ext uri="{FF2B5EF4-FFF2-40B4-BE49-F238E27FC236}">
                    <a16:creationId xmlns:a16="http://schemas.microsoft.com/office/drawing/2014/main" id="{96F220CF-113C-F21B-8711-C8B72AB352BD}"/>
                  </a:ext>
                </a:extLst>
              </p:cNvPr>
              <p:cNvGrpSpPr/>
              <p:nvPr/>
            </p:nvGrpSpPr>
            <p:grpSpPr>
              <a:xfrm>
                <a:off x="7244532" y="1429311"/>
                <a:ext cx="135048" cy="394425"/>
                <a:chOff x="4144808" y="3341160"/>
                <a:chExt cx="116211" cy="329679"/>
              </a:xfrm>
              <a:solidFill>
                <a:srgbClr val="2589C3"/>
              </a:solidFill>
            </p:grpSpPr>
            <p:sp>
              <p:nvSpPr>
                <p:cNvPr id="25" name="Freeform: Shape 47">
                  <a:extLst>
                    <a:ext uri="{FF2B5EF4-FFF2-40B4-BE49-F238E27FC236}">
                      <a16:creationId xmlns:a16="http://schemas.microsoft.com/office/drawing/2014/main" id="{93279E05-37E2-3AD3-552D-C3D19526B00B}"/>
                    </a:ext>
                  </a:extLst>
                </p:cNvPr>
                <p:cNvSpPr/>
                <p:nvPr/>
              </p:nvSpPr>
              <p:spPr>
                <a:xfrm>
                  <a:off x="4144808" y="3429675"/>
                  <a:ext cx="96319" cy="241164"/>
                </a:xfrm>
                <a:custGeom>
                  <a:avLst/>
                  <a:gdLst>
                    <a:gd name="connsiteX0" fmla="*/ 26728 w 89646"/>
                    <a:gd name="connsiteY0" fmla="*/ 1066 h 241164"/>
                    <a:gd name="connsiteX1" fmla="*/ 89078 w 89646"/>
                    <a:gd name="connsiteY1" fmla="*/ 19063 h 241164"/>
                    <a:gd name="connsiteX2" fmla="*/ 89078 w 89646"/>
                    <a:gd name="connsiteY2" fmla="*/ 41239 h 241164"/>
                    <a:gd name="connsiteX3" fmla="*/ 70617 w 89646"/>
                    <a:gd name="connsiteY3" fmla="*/ 198217 h 241164"/>
                    <a:gd name="connsiteX4" fmla="*/ 78744 w 89646"/>
                    <a:gd name="connsiteY4" fmla="*/ 207389 h 241164"/>
                    <a:gd name="connsiteX5" fmla="*/ 45886 w 89646"/>
                    <a:gd name="connsiteY5" fmla="*/ 240248 h 241164"/>
                    <a:gd name="connsiteX6" fmla="*/ 197 w 89646"/>
                    <a:gd name="connsiteY6" fmla="*/ 196998 h 241164"/>
                    <a:gd name="connsiteX7" fmla="*/ 17613 w 89646"/>
                    <a:gd name="connsiteY7" fmla="*/ 61152 h 241164"/>
                    <a:gd name="connsiteX8" fmla="*/ 4551 w 89646"/>
                    <a:gd name="connsiteY8" fmla="*/ 29512 h 241164"/>
                    <a:gd name="connsiteX9" fmla="*/ 26728 w 89646"/>
                    <a:gd name="connsiteY9" fmla="*/ 1124 h 241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646" h="241164">
                      <a:moveTo>
                        <a:pt x="26728" y="1066"/>
                      </a:moveTo>
                      <a:cubicBezTo>
                        <a:pt x="42170" y="-1372"/>
                        <a:pt x="85246" y="-1198"/>
                        <a:pt x="89078" y="19063"/>
                      </a:cubicBezTo>
                      <a:cubicBezTo>
                        <a:pt x="90123" y="24578"/>
                        <a:pt x="89484" y="35144"/>
                        <a:pt x="89078" y="41239"/>
                      </a:cubicBezTo>
                      <a:cubicBezTo>
                        <a:pt x="87394" y="66957"/>
                        <a:pt x="64289" y="184690"/>
                        <a:pt x="70617" y="198217"/>
                      </a:cubicBezTo>
                      <a:cubicBezTo>
                        <a:pt x="72068" y="201352"/>
                        <a:pt x="77409" y="203093"/>
                        <a:pt x="78744" y="207389"/>
                      </a:cubicBezTo>
                      <a:cubicBezTo>
                        <a:pt x="84724" y="226837"/>
                        <a:pt x="62141" y="238390"/>
                        <a:pt x="45886" y="240248"/>
                      </a:cubicBezTo>
                      <a:cubicBezTo>
                        <a:pt x="7802" y="244602"/>
                        <a:pt x="-1544" y="233978"/>
                        <a:pt x="197" y="196998"/>
                      </a:cubicBezTo>
                      <a:cubicBezTo>
                        <a:pt x="2171" y="153573"/>
                        <a:pt x="16685" y="104460"/>
                        <a:pt x="17613" y="61152"/>
                      </a:cubicBezTo>
                      <a:cubicBezTo>
                        <a:pt x="18078" y="38337"/>
                        <a:pt x="9486" y="44084"/>
                        <a:pt x="4551" y="29512"/>
                      </a:cubicBezTo>
                      <a:cubicBezTo>
                        <a:pt x="-1660" y="11051"/>
                        <a:pt x="9718" y="3736"/>
                        <a:pt x="26728" y="1124"/>
                      </a:cubicBezTo>
                      <a:close/>
                    </a:path>
                  </a:pathLst>
                </a:custGeom>
                <a:solidFill>
                  <a:srgbClr val="2589C3"/>
                </a:solidFill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EA72E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Freeform: Shape 48">
                  <a:extLst>
                    <a:ext uri="{FF2B5EF4-FFF2-40B4-BE49-F238E27FC236}">
                      <a16:creationId xmlns:a16="http://schemas.microsoft.com/office/drawing/2014/main" id="{7854037C-01AA-265E-EB31-1F4038B9DFF0}"/>
                    </a:ext>
                  </a:extLst>
                </p:cNvPr>
                <p:cNvSpPr/>
                <p:nvPr/>
              </p:nvSpPr>
              <p:spPr>
                <a:xfrm>
                  <a:off x="4186302" y="3341160"/>
                  <a:ext cx="74717" cy="69000"/>
                </a:xfrm>
                <a:custGeom>
                  <a:avLst/>
                  <a:gdLst>
                    <a:gd name="connsiteX0" fmla="*/ 37229 w 74717"/>
                    <a:gd name="connsiteY0" fmla="*/ 585 h 69000"/>
                    <a:gd name="connsiteX1" fmla="*/ 36010 w 74717"/>
                    <a:gd name="connsiteY1" fmla="*/ 68566 h 69000"/>
                    <a:gd name="connsiteX2" fmla="*/ 37229 w 74717"/>
                    <a:gd name="connsiteY2" fmla="*/ 585 h 69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4717" h="69000">
                      <a:moveTo>
                        <a:pt x="37229" y="585"/>
                      </a:moveTo>
                      <a:cubicBezTo>
                        <a:pt x="83324" y="-7020"/>
                        <a:pt x="91393" y="61948"/>
                        <a:pt x="36010" y="68566"/>
                      </a:cubicBezTo>
                      <a:cubicBezTo>
                        <a:pt x="-17748" y="75010"/>
                        <a:pt x="-6253" y="7725"/>
                        <a:pt x="37229" y="585"/>
                      </a:cubicBezTo>
                      <a:close/>
                    </a:path>
                  </a:pathLst>
                </a:custGeom>
                <a:solidFill>
                  <a:srgbClr val="2589C3"/>
                </a:solidFill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EA72E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" name="Freeform: Shape 30">
                <a:extLst>
                  <a:ext uri="{FF2B5EF4-FFF2-40B4-BE49-F238E27FC236}">
                    <a16:creationId xmlns:a16="http://schemas.microsoft.com/office/drawing/2014/main" id="{5CA7192D-B143-AFF4-63EB-F2B094B2F629}"/>
                  </a:ext>
                </a:extLst>
              </p:cNvPr>
              <p:cNvSpPr/>
              <p:nvPr/>
            </p:nvSpPr>
            <p:spPr>
              <a:xfrm>
                <a:off x="7605917" y="1413267"/>
                <a:ext cx="293823" cy="469649"/>
              </a:xfrm>
              <a:custGeom>
                <a:avLst/>
                <a:gdLst>
                  <a:gd name="connsiteX0" fmla="*/ 295760 w 298657"/>
                  <a:gd name="connsiteY0" fmla="*/ 339386 h 392555"/>
                  <a:gd name="connsiteX1" fmla="*/ 279911 w 298657"/>
                  <a:gd name="connsiteY1" fmla="*/ 372942 h 392555"/>
                  <a:gd name="connsiteX2" fmla="*/ 160378 w 298657"/>
                  <a:gd name="connsiteY2" fmla="*/ 338806 h 392555"/>
                  <a:gd name="connsiteX3" fmla="*/ 6535 w 298657"/>
                  <a:gd name="connsiteY3" fmla="*/ 273960 h 392555"/>
                  <a:gd name="connsiteX4" fmla="*/ 173731 w 298657"/>
                  <a:gd name="connsiteY4" fmla="*/ 468 h 392555"/>
                  <a:gd name="connsiteX5" fmla="*/ 209956 w 298657"/>
                  <a:gd name="connsiteY5" fmla="*/ 302929 h 392555"/>
                  <a:gd name="connsiteX6" fmla="*/ 258025 w 298657"/>
                  <a:gd name="connsiteY6" fmla="*/ 338864 h 392555"/>
                  <a:gd name="connsiteX7" fmla="*/ 295818 w 298657"/>
                  <a:gd name="connsiteY7" fmla="*/ 339386 h 392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8657" h="392555">
                    <a:moveTo>
                      <a:pt x="295760" y="339386"/>
                    </a:moveTo>
                    <a:cubicBezTo>
                      <a:pt x="305571" y="349256"/>
                      <a:pt x="287980" y="366846"/>
                      <a:pt x="279911" y="372942"/>
                    </a:cubicBezTo>
                    <a:cubicBezTo>
                      <a:pt x="232481" y="408703"/>
                      <a:pt x="180058" y="394537"/>
                      <a:pt x="160378" y="338806"/>
                    </a:cubicBezTo>
                    <a:cubicBezTo>
                      <a:pt x="96751" y="363130"/>
                      <a:pt x="25461" y="345076"/>
                      <a:pt x="6535" y="273960"/>
                    </a:cubicBezTo>
                    <a:cubicBezTo>
                      <a:pt x="-21679" y="168186"/>
                      <a:pt x="42819" y="-10330"/>
                      <a:pt x="173731" y="468"/>
                    </a:cubicBezTo>
                    <a:cubicBezTo>
                      <a:pt x="318633" y="12427"/>
                      <a:pt x="289954" y="231987"/>
                      <a:pt x="209956" y="302929"/>
                    </a:cubicBezTo>
                    <a:cubicBezTo>
                      <a:pt x="225979" y="318661"/>
                      <a:pt x="232887" y="336658"/>
                      <a:pt x="258025" y="338864"/>
                    </a:cubicBezTo>
                    <a:cubicBezTo>
                      <a:pt x="267197" y="339677"/>
                      <a:pt x="291347" y="334916"/>
                      <a:pt x="295818" y="339386"/>
                    </a:cubicBezTo>
                    <a:close/>
                  </a:path>
                </a:pathLst>
              </a:custGeom>
              <a:solidFill>
                <a:srgbClr val="2589C3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42">
                <a:extLst>
                  <a:ext uri="{FF2B5EF4-FFF2-40B4-BE49-F238E27FC236}">
                    <a16:creationId xmlns:a16="http://schemas.microsoft.com/office/drawing/2014/main" id="{12440382-EF71-842D-CDA5-A2AC05D40761}"/>
                  </a:ext>
                </a:extLst>
              </p:cNvPr>
              <p:cNvSpPr/>
              <p:nvPr/>
            </p:nvSpPr>
            <p:spPr>
              <a:xfrm>
                <a:off x="7682348" y="1471950"/>
                <a:ext cx="149907" cy="247200"/>
              </a:xfrm>
              <a:custGeom>
                <a:avLst/>
                <a:gdLst>
                  <a:gd name="connsiteX0" fmla="*/ 121042 w 123089"/>
                  <a:gd name="connsiteY0" fmla="*/ 58295 h 206622"/>
                  <a:gd name="connsiteX1" fmla="*/ 121042 w 123089"/>
                  <a:gd name="connsiteY1" fmla="*/ 112692 h 206622"/>
                  <a:gd name="connsiteX2" fmla="*/ 111986 w 123089"/>
                  <a:gd name="connsiteY2" fmla="*/ 164185 h 206622"/>
                  <a:gd name="connsiteX3" fmla="*/ 98808 w 123089"/>
                  <a:gd name="connsiteY3" fmla="*/ 206623 h 206622"/>
                  <a:gd name="connsiteX4" fmla="*/ 34426 w 123089"/>
                  <a:gd name="connsiteY4" fmla="*/ 170629 h 206622"/>
                  <a:gd name="connsiteX5" fmla="*/ 0 w 123089"/>
                  <a:gd name="connsiteY5" fmla="*/ 184330 h 206622"/>
                  <a:gd name="connsiteX6" fmla="*/ 58112 w 123089"/>
                  <a:gd name="connsiteY6" fmla="*/ 8891 h 206622"/>
                  <a:gd name="connsiteX7" fmla="*/ 114192 w 123089"/>
                  <a:gd name="connsiteY7" fmla="*/ 29384 h 206622"/>
                  <a:gd name="connsiteX8" fmla="*/ 121100 w 123089"/>
                  <a:gd name="connsiteY8" fmla="*/ 58295 h 206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089" h="206622">
                    <a:moveTo>
                      <a:pt x="121042" y="58295"/>
                    </a:moveTo>
                    <a:cubicBezTo>
                      <a:pt x="123887" y="75073"/>
                      <a:pt x="123655" y="95740"/>
                      <a:pt x="121042" y="112692"/>
                    </a:cubicBezTo>
                    <a:cubicBezTo>
                      <a:pt x="119881" y="127495"/>
                      <a:pt x="115469" y="149323"/>
                      <a:pt x="111986" y="164185"/>
                    </a:cubicBezTo>
                    <a:cubicBezTo>
                      <a:pt x="108503" y="179047"/>
                      <a:pt x="102465" y="192283"/>
                      <a:pt x="98808" y="206623"/>
                    </a:cubicBezTo>
                    <a:cubicBezTo>
                      <a:pt x="78953" y="186710"/>
                      <a:pt x="67342" y="163721"/>
                      <a:pt x="34426" y="170629"/>
                    </a:cubicBezTo>
                    <a:cubicBezTo>
                      <a:pt x="22467" y="173126"/>
                      <a:pt x="12307" y="183982"/>
                      <a:pt x="0" y="184330"/>
                    </a:cubicBezTo>
                    <a:cubicBezTo>
                      <a:pt x="348" y="133823"/>
                      <a:pt x="14223" y="40124"/>
                      <a:pt x="58112" y="8891"/>
                    </a:cubicBezTo>
                    <a:cubicBezTo>
                      <a:pt x="83481" y="-9222"/>
                      <a:pt x="105019" y="1693"/>
                      <a:pt x="114192" y="29384"/>
                    </a:cubicBezTo>
                    <a:cubicBezTo>
                      <a:pt x="116456" y="36235"/>
                      <a:pt x="120636" y="53477"/>
                      <a:pt x="121100" y="582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43">
                <a:extLst>
                  <a:ext uri="{FF2B5EF4-FFF2-40B4-BE49-F238E27FC236}">
                    <a16:creationId xmlns:a16="http://schemas.microsoft.com/office/drawing/2014/main" id="{BC57173D-C808-C3DB-DE89-6908114B7BEB}"/>
                  </a:ext>
                </a:extLst>
              </p:cNvPr>
              <p:cNvSpPr/>
              <p:nvPr/>
            </p:nvSpPr>
            <p:spPr>
              <a:xfrm>
                <a:off x="7701621" y="1731296"/>
                <a:ext cx="57411" cy="43739"/>
              </a:xfrm>
              <a:custGeom>
                <a:avLst/>
                <a:gdLst>
                  <a:gd name="connsiteX0" fmla="*/ 49404 w 49403"/>
                  <a:gd name="connsiteY0" fmla="*/ 34259 h 36559"/>
                  <a:gd name="connsiteX1" fmla="*/ 0 w 49403"/>
                  <a:gd name="connsiteY1" fmla="*/ 10980 h 36559"/>
                  <a:gd name="connsiteX2" fmla="*/ 49404 w 49403"/>
                  <a:gd name="connsiteY2" fmla="*/ 34259 h 36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403" h="36559">
                    <a:moveTo>
                      <a:pt x="49404" y="34259"/>
                    </a:moveTo>
                    <a:cubicBezTo>
                      <a:pt x="27634" y="41342"/>
                      <a:pt x="8766" y="31647"/>
                      <a:pt x="0" y="10980"/>
                    </a:cubicBezTo>
                    <a:cubicBezTo>
                      <a:pt x="27227" y="-12822"/>
                      <a:pt x="43598" y="5349"/>
                      <a:pt x="49404" y="342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44">
                <a:extLst>
                  <a:ext uri="{FF2B5EF4-FFF2-40B4-BE49-F238E27FC236}">
                    <a16:creationId xmlns:a16="http://schemas.microsoft.com/office/drawing/2014/main" id="{8BD2752C-CBDA-22E2-C5C9-651903B1651A}"/>
                  </a:ext>
                </a:extLst>
              </p:cNvPr>
              <p:cNvSpPr/>
              <p:nvPr/>
            </p:nvSpPr>
            <p:spPr>
              <a:xfrm>
                <a:off x="6925989" y="1385091"/>
                <a:ext cx="278999" cy="438645"/>
              </a:xfrm>
              <a:custGeom>
                <a:avLst/>
                <a:gdLst>
                  <a:gd name="connsiteX0" fmla="*/ 193046 w 305944"/>
                  <a:gd name="connsiteY0" fmla="*/ 1426 h 366640"/>
                  <a:gd name="connsiteX1" fmla="*/ 254642 w 305944"/>
                  <a:gd name="connsiteY1" fmla="*/ 39684 h 366640"/>
                  <a:gd name="connsiteX2" fmla="*/ 298066 w 305944"/>
                  <a:gd name="connsiteY2" fmla="*/ 312653 h 366640"/>
                  <a:gd name="connsiteX3" fmla="*/ 291622 w 305944"/>
                  <a:gd name="connsiteY3" fmla="*/ 357122 h 366640"/>
                  <a:gd name="connsiteX4" fmla="*/ 219577 w 305944"/>
                  <a:gd name="connsiteY4" fmla="*/ 354045 h 366640"/>
                  <a:gd name="connsiteX5" fmla="*/ 209708 w 305944"/>
                  <a:gd name="connsiteY5" fmla="*/ 267487 h 366640"/>
                  <a:gd name="connsiteX6" fmla="*/ 104456 w 305944"/>
                  <a:gd name="connsiteY6" fmla="*/ 271319 h 366640"/>
                  <a:gd name="connsiteX7" fmla="*/ 72527 w 305944"/>
                  <a:gd name="connsiteY7" fmla="*/ 358051 h 366640"/>
                  <a:gd name="connsiteX8" fmla="*/ 24458 w 305944"/>
                  <a:gd name="connsiteY8" fmla="*/ 366237 h 366640"/>
                  <a:gd name="connsiteX9" fmla="*/ 9422 w 305944"/>
                  <a:gd name="connsiteY9" fmla="*/ 322116 h 366640"/>
                  <a:gd name="connsiteX10" fmla="*/ 64515 w 305944"/>
                  <a:gd name="connsiteY10" fmla="*/ 191843 h 366640"/>
                  <a:gd name="connsiteX11" fmla="*/ 140276 w 305944"/>
                  <a:gd name="connsiteY11" fmla="*/ 27899 h 366640"/>
                  <a:gd name="connsiteX12" fmla="*/ 192988 w 305944"/>
                  <a:gd name="connsiteY12" fmla="*/ 1485 h 366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5944" h="366640">
                    <a:moveTo>
                      <a:pt x="193046" y="1426"/>
                    </a:moveTo>
                    <a:cubicBezTo>
                      <a:pt x="233336" y="-2289"/>
                      <a:pt x="246398" y="-1592"/>
                      <a:pt x="254642" y="39684"/>
                    </a:cubicBezTo>
                    <a:cubicBezTo>
                      <a:pt x="272522" y="128796"/>
                      <a:pt x="280766" y="222844"/>
                      <a:pt x="298066" y="312653"/>
                    </a:cubicBezTo>
                    <a:cubicBezTo>
                      <a:pt x="301897" y="332682"/>
                      <a:pt x="316817" y="346556"/>
                      <a:pt x="291622" y="357122"/>
                    </a:cubicBezTo>
                    <a:cubicBezTo>
                      <a:pt x="276412" y="363508"/>
                      <a:pt x="228053" y="371345"/>
                      <a:pt x="219577" y="354045"/>
                    </a:cubicBezTo>
                    <a:cubicBezTo>
                      <a:pt x="211101" y="336745"/>
                      <a:pt x="217023" y="278285"/>
                      <a:pt x="209708" y="267487"/>
                    </a:cubicBezTo>
                    <a:cubicBezTo>
                      <a:pt x="204889" y="260346"/>
                      <a:pt x="118970" y="271377"/>
                      <a:pt x="104456" y="271319"/>
                    </a:cubicBezTo>
                    <a:cubicBezTo>
                      <a:pt x="89014" y="289083"/>
                      <a:pt x="86924" y="345860"/>
                      <a:pt x="72527" y="358051"/>
                    </a:cubicBezTo>
                    <a:cubicBezTo>
                      <a:pt x="62890" y="366237"/>
                      <a:pt x="36940" y="367456"/>
                      <a:pt x="24458" y="366237"/>
                    </a:cubicBezTo>
                    <a:cubicBezTo>
                      <a:pt x="-11419" y="362695"/>
                      <a:pt x="192" y="347137"/>
                      <a:pt x="9422" y="322116"/>
                    </a:cubicBezTo>
                    <a:cubicBezTo>
                      <a:pt x="25213" y="279330"/>
                      <a:pt x="46112" y="233874"/>
                      <a:pt x="64515" y="191843"/>
                    </a:cubicBezTo>
                    <a:cubicBezTo>
                      <a:pt x="85879" y="143078"/>
                      <a:pt x="113745" y="71788"/>
                      <a:pt x="140276" y="27899"/>
                    </a:cubicBezTo>
                    <a:cubicBezTo>
                      <a:pt x="154034" y="5142"/>
                      <a:pt x="166748" y="3923"/>
                      <a:pt x="192988" y="1485"/>
                    </a:cubicBezTo>
                    <a:close/>
                  </a:path>
                </a:pathLst>
              </a:custGeom>
              <a:solidFill>
                <a:srgbClr val="2589C3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45">
                <a:extLst>
                  <a:ext uri="{FF2B5EF4-FFF2-40B4-BE49-F238E27FC236}">
                    <a16:creationId xmlns:a16="http://schemas.microsoft.com/office/drawing/2014/main" id="{4D00D95C-4A5F-4747-A5CC-CC2DA51E3E83}"/>
                  </a:ext>
                </a:extLst>
              </p:cNvPr>
              <p:cNvSpPr/>
              <p:nvPr/>
            </p:nvSpPr>
            <p:spPr>
              <a:xfrm>
                <a:off x="7032194" y="1467794"/>
                <a:ext cx="89232" cy="180373"/>
              </a:xfrm>
              <a:custGeom>
                <a:avLst/>
                <a:gdLst>
                  <a:gd name="connsiteX0" fmla="*/ 61924 w 76785"/>
                  <a:gd name="connsiteY0" fmla="*/ 0 h 150765"/>
                  <a:gd name="connsiteX1" fmla="*/ 76786 w 76785"/>
                  <a:gd name="connsiteY1" fmla="*/ 145831 h 150765"/>
                  <a:gd name="connsiteX2" fmla="*/ 155 w 76785"/>
                  <a:gd name="connsiteY2" fmla="*/ 150766 h 150765"/>
                  <a:gd name="connsiteX3" fmla="*/ 1316 w 76785"/>
                  <a:gd name="connsiteY3" fmla="*/ 140839 h 150765"/>
                  <a:gd name="connsiteX4" fmla="*/ 56409 w 76785"/>
                  <a:gd name="connsiteY4" fmla="*/ 3193 h 150765"/>
                  <a:gd name="connsiteX5" fmla="*/ 61924 w 76785"/>
                  <a:gd name="connsiteY5" fmla="*/ 58 h 150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6785" h="150765">
                    <a:moveTo>
                      <a:pt x="61924" y="0"/>
                    </a:moveTo>
                    <a:lnTo>
                      <a:pt x="76786" y="145831"/>
                    </a:lnTo>
                    <a:lnTo>
                      <a:pt x="155" y="150766"/>
                    </a:lnTo>
                    <a:cubicBezTo>
                      <a:pt x="-310" y="147283"/>
                      <a:pt x="329" y="144148"/>
                      <a:pt x="1316" y="140839"/>
                    </a:cubicBezTo>
                    <a:cubicBezTo>
                      <a:pt x="14610" y="95673"/>
                      <a:pt x="43289" y="49288"/>
                      <a:pt x="56409" y="3193"/>
                    </a:cubicBezTo>
                    <a:lnTo>
                      <a:pt x="61924" y="58"/>
                    </a:lnTo>
                    <a:close/>
                  </a:path>
                </a:pathLst>
              </a:custGeom>
              <a:solidFill>
                <a:srgbClr val="FFFFFF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2829A7EA-7922-AA68-FFDC-DA56CB333598}"/>
                </a:ext>
              </a:extLst>
            </p:cNvPr>
            <p:cNvSpPr/>
            <p:nvPr/>
          </p:nvSpPr>
          <p:spPr>
            <a:xfrm flipH="1">
              <a:off x="4980704" y="2803373"/>
              <a:ext cx="2630712" cy="276825"/>
            </a:xfrm>
            <a:custGeom>
              <a:avLst/>
              <a:gdLst/>
              <a:ahLst/>
              <a:cxnLst/>
              <a:rect l="l" t="t" r="r" b="b"/>
              <a:pathLst>
                <a:path w="5955030" h="1860947">
                  <a:moveTo>
                    <a:pt x="0" y="0"/>
                  </a:moveTo>
                  <a:lnTo>
                    <a:pt x="5955030" y="0"/>
                  </a:lnTo>
                  <a:lnTo>
                    <a:pt x="5955030" y="1860947"/>
                  </a:lnTo>
                  <a:lnTo>
                    <a:pt x="0" y="186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445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1DC5E-7277-F138-821E-15C5B4C8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70392C8-EB08-4B22-D50C-5CD15DCB3A3B}"/>
              </a:ext>
            </a:extLst>
          </p:cNvPr>
          <p:cNvGrpSpPr/>
          <p:nvPr/>
        </p:nvGrpSpPr>
        <p:grpSpPr>
          <a:xfrm>
            <a:off x="3687273" y="2527884"/>
            <a:ext cx="4817453" cy="1802232"/>
            <a:chOff x="3687273" y="2527884"/>
            <a:chExt cx="4817453" cy="18022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B3338DD-8BB5-6EC7-9380-1E2B9B4F96A5}"/>
                </a:ext>
              </a:extLst>
            </p:cNvPr>
            <p:cNvSpPr txBox="1"/>
            <p:nvPr/>
          </p:nvSpPr>
          <p:spPr>
            <a:xfrm>
              <a:off x="5713998" y="3790503"/>
              <a:ext cx="2790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1200" cap="none" spc="0" normalizeH="0" baseline="0" noProof="0" dirty="0">
                  <a:ln/>
                  <a:solidFill>
                    <a:srgbClr val="196B24">
                      <a:lumMod val="50000"/>
                    </a:srgbClr>
                  </a:solidFill>
                  <a:effectLst/>
                  <a:uLnTx/>
                  <a:uFillTx/>
                  <a:latin typeface="Franklin Gothic Medium" panose="020B0603020102020204" pitchFamily="34" charset="0"/>
                  <a:ea typeface="+mn-ea"/>
                  <a:cs typeface="+mn-cs"/>
                  <a:sym typeface="Franklin Gothic Medium"/>
                  <a:rtl val="0"/>
                </a:rPr>
                <a:t>Air Quality Nexus Center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7B8F149-1622-591A-7696-05AFEB321576}"/>
                </a:ext>
              </a:extLst>
            </p:cNvPr>
            <p:cNvGrpSpPr/>
            <p:nvPr/>
          </p:nvGrpSpPr>
          <p:grpSpPr>
            <a:xfrm>
              <a:off x="5789562" y="2768821"/>
              <a:ext cx="2279710" cy="793820"/>
              <a:chOff x="6925989" y="1385091"/>
              <a:chExt cx="1191144" cy="497825"/>
            </a:xfrm>
          </p:grpSpPr>
          <p:sp>
            <p:nvSpPr>
              <p:cNvPr id="5" name="Freeform: Shape 3">
                <a:extLst>
                  <a:ext uri="{FF2B5EF4-FFF2-40B4-BE49-F238E27FC236}">
                    <a16:creationId xmlns:a16="http://schemas.microsoft.com/office/drawing/2014/main" id="{AE0B32D2-3871-0862-D631-F632570363B7}"/>
                  </a:ext>
                </a:extLst>
              </p:cNvPr>
              <p:cNvSpPr/>
              <p:nvPr/>
            </p:nvSpPr>
            <p:spPr>
              <a:xfrm>
                <a:off x="7899740" y="1401518"/>
                <a:ext cx="217393" cy="410408"/>
              </a:xfrm>
              <a:custGeom>
                <a:avLst/>
                <a:gdLst>
                  <a:gd name="connsiteX0" fmla="*/ 213698 w 252838"/>
                  <a:gd name="connsiteY0" fmla="*/ 233206 h 343038"/>
                  <a:gd name="connsiteX1" fmla="*/ 237210 w 252838"/>
                  <a:gd name="connsiteY1" fmla="*/ 254511 h 343038"/>
                  <a:gd name="connsiteX2" fmla="*/ 145253 w 252838"/>
                  <a:gd name="connsiteY2" fmla="*/ 339096 h 343038"/>
                  <a:gd name="connsiteX3" fmla="*/ 182581 w 252838"/>
                  <a:gd name="connsiteY3" fmla="*/ 816 h 343038"/>
                  <a:gd name="connsiteX4" fmla="*/ 251781 w 252838"/>
                  <a:gd name="connsiteY4" fmla="*/ 56025 h 343038"/>
                  <a:gd name="connsiteX5" fmla="*/ 213524 w 252838"/>
                  <a:gd name="connsiteY5" fmla="*/ 129347 h 343038"/>
                  <a:gd name="connsiteX6" fmla="*/ 188793 w 252838"/>
                  <a:gd name="connsiteY6" fmla="*/ 86097 h 343038"/>
                  <a:gd name="connsiteX7" fmla="*/ 130739 w 252838"/>
                  <a:gd name="connsiteY7" fmla="*/ 67926 h 343038"/>
                  <a:gd name="connsiteX8" fmla="*/ 98171 w 252838"/>
                  <a:gd name="connsiteY8" fmla="*/ 252654 h 343038"/>
                  <a:gd name="connsiteX9" fmla="*/ 198488 w 252838"/>
                  <a:gd name="connsiteY9" fmla="*/ 251260 h 343038"/>
                  <a:gd name="connsiteX10" fmla="*/ 213698 w 252838"/>
                  <a:gd name="connsiteY10" fmla="*/ 233264 h 343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2838" h="343038">
                    <a:moveTo>
                      <a:pt x="213698" y="233206"/>
                    </a:moveTo>
                    <a:cubicBezTo>
                      <a:pt x="224264" y="223743"/>
                      <a:pt x="235004" y="245049"/>
                      <a:pt x="237210" y="254511"/>
                    </a:cubicBezTo>
                    <a:cubicBezTo>
                      <a:pt x="247544" y="298516"/>
                      <a:pt x="179214" y="332071"/>
                      <a:pt x="145253" y="339096"/>
                    </a:cubicBezTo>
                    <a:cubicBezTo>
                      <a:pt x="-86150" y="387164"/>
                      <a:pt x="-16601" y="-20606"/>
                      <a:pt x="182581" y="816"/>
                    </a:cubicBezTo>
                    <a:cubicBezTo>
                      <a:pt x="211318" y="3893"/>
                      <a:pt x="247427" y="23341"/>
                      <a:pt x="251781" y="56025"/>
                    </a:cubicBezTo>
                    <a:cubicBezTo>
                      <a:pt x="255729" y="85749"/>
                      <a:pt x="249808" y="127257"/>
                      <a:pt x="213524" y="129347"/>
                    </a:cubicBezTo>
                    <a:cubicBezTo>
                      <a:pt x="183336" y="131089"/>
                      <a:pt x="191754" y="104616"/>
                      <a:pt x="188793" y="86097"/>
                    </a:cubicBezTo>
                    <a:cubicBezTo>
                      <a:pt x="183452" y="52774"/>
                      <a:pt x="154193" y="49930"/>
                      <a:pt x="130739" y="67926"/>
                    </a:cubicBezTo>
                    <a:cubicBezTo>
                      <a:pt x="89289" y="99740"/>
                      <a:pt x="68157" y="210100"/>
                      <a:pt x="98171" y="252654"/>
                    </a:cubicBezTo>
                    <a:cubicBezTo>
                      <a:pt x="124121" y="289402"/>
                      <a:pt x="169868" y="276282"/>
                      <a:pt x="198488" y="251260"/>
                    </a:cubicBezTo>
                    <a:cubicBezTo>
                      <a:pt x="204758" y="245745"/>
                      <a:pt x="209402" y="237095"/>
                      <a:pt x="213698" y="233264"/>
                    </a:cubicBezTo>
                    <a:close/>
                  </a:path>
                </a:pathLst>
              </a:custGeom>
              <a:solidFill>
                <a:srgbClr val="2589C3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6" name="Freeform: Shape 4">
                <a:extLst>
                  <a:ext uri="{FF2B5EF4-FFF2-40B4-BE49-F238E27FC236}">
                    <a16:creationId xmlns:a16="http://schemas.microsoft.com/office/drawing/2014/main" id="{97BD0BF4-45D7-717A-78B7-BFF59476F693}"/>
                  </a:ext>
                </a:extLst>
              </p:cNvPr>
              <p:cNvSpPr/>
              <p:nvPr/>
            </p:nvSpPr>
            <p:spPr>
              <a:xfrm>
                <a:off x="7395468" y="1517452"/>
                <a:ext cx="210449" cy="303180"/>
              </a:xfrm>
              <a:custGeom>
                <a:avLst/>
                <a:gdLst>
                  <a:gd name="connsiteX0" fmla="*/ 70013 w 181079"/>
                  <a:gd name="connsiteY0" fmla="*/ 244582 h 253413"/>
                  <a:gd name="connsiteX1" fmla="*/ 0 w 181079"/>
                  <a:gd name="connsiteY1" fmla="*/ 237905 h 253413"/>
                  <a:gd name="connsiteX2" fmla="*/ 23105 w 181079"/>
                  <a:gd name="connsiteY2" fmla="*/ 53062 h 253413"/>
                  <a:gd name="connsiteX3" fmla="*/ 9927 w 181079"/>
                  <a:gd name="connsiteY3" fmla="*/ 22642 h 253413"/>
                  <a:gd name="connsiteX4" fmla="*/ 83133 w 181079"/>
                  <a:gd name="connsiteY4" fmla="*/ 11496 h 253413"/>
                  <a:gd name="connsiteX5" fmla="*/ 89171 w 181079"/>
                  <a:gd name="connsiteY5" fmla="*/ 52365 h 253413"/>
                  <a:gd name="connsiteX6" fmla="*/ 142348 w 181079"/>
                  <a:gd name="connsiteY6" fmla="*/ 4181 h 253413"/>
                  <a:gd name="connsiteX7" fmla="*/ 175323 w 181079"/>
                  <a:gd name="connsiteY7" fmla="*/ 51959 h 253413"/>
                  <a:gd name="connsiteX8" fmla="*/ 131318 w 181079"/>
                  <a:gd name="connsiteY8" fmla="*/ 72046 h 253413"/>
                  <a:gd name="connsiteX9" fmla="*/ 73206 w 181079"/>
                  <a:gd name="connsiteY9" fmla="*/ 206847 h 253413"/>
                  <a:gd name="connsiteX10" fmla="*/ 70071 w 181079"/>
                  <a:gd name="connsiteY10" fmla="*/ 244524 h 253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1079" h="253413">
                    <a:moveTo>
                      <a:pt x="70013" y="244582"/>
                    </a:moveTo>
                    <a:cubicBezTo>
                      <a:pt x="60782" y="254219"/>
                      <a:pt x="1916" y="260721"/>
                      <a:pt x="0" y="237905"/>
                    </a:cubicBezTo>
                    <a:cubicBezTo>
                      <a:pt x="4760" y="176426"/>
                      <a:pt x="16545" y="114773"/>
                      <a:pt x="23105" y="53062"/>
                    </a:cubicBezTo>
                    <a:cubicBezTo>
                      <a:pt x="22989" y="45109"/>
                      <a:pt x="4006" y="40464"/>
                      <a:pt x="9927" y="22642"/>
                    </a:cubicBezTo>
                    <a:cubicBezTo>
                      <a:pt x="15849" y="4819"/>
                      <a:pt x="72161" y="-986"/>
                      <a:pt x="83133" y="11496"/>
                    </a:cubicBezTo>
                    <a:cubicBezTo>
                      <a:pt x="91667" y="21249"/>
                      <a:pt x="85513" y="40813"/>
                      <a:pt x="89171" y="52365"/>
                    </a:cubicBezTo>
                    <a:cubicBezTo>
                      <a:pt x="102465" y="33962"/>
                      <a:pt x="119765" y="11554"/>
                      <a:pt x="142348" y="4181"/>
                    </a:cubicBezTo>
                    <a:cubicBezTo>
                      <a:pt x="189778" y="-11262"/>
                      <a:pt x="183682" y="18636"/>
                      <a:pt x="175323" y="51959"/>
                    </a:cubicBezTo>
                    <a:cubicBezTo>
                      <a:pt x="165976" y="89230"/>
                      <a:pt x="158719" y="70188"/>
                      <a:pt x="131318" y="72046"/>
                    </a:cubicBezTo>
                    <a:cubicBezTo>
                      <a:pt x="79650" y="75529"/>
                      <a:pt x="76283" y="168996"/>
                      <a:pt x="73206" y="206847"/>
                    </a:cubicBezTo>
                    <a:cubicBezTo>
                      <a:pt x="72451" y="215961"/>
                      <a:pt x="75644" y="238660"/>
                      <a:pt x="70071" y="244524"/>
                    </a:cubicBezTo>
                    <a:close/>
                  </a:path>
                </a:pathLst>
              </a:custGeom>
              <a:solidFill>
                <a:srgbClr val="2589C3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8" name="Graphic 4">
                <a:extLst>
                  <a:ext uri="{FF2B5EF4-FFF2-40B4-BE49-F238E27FC236}">
                    <a16:creationId xmlns:a16="http://schemas.microsoft.com/office/drawing/2014/main" id="{FC4E8EE8-C9E8-EEF7-89BA-38209DCEED31}"/>
                  </a:ext>
                </a:extLst>
              </p:cNvPr>
              <p:cNvGrpSpPr/>
              <p:nvPr/>
            </p:nvGrpSpPr>
            <p:grpSpPr>
              <a:xfrm>
                <a:off x="7244532" y="1429311"/>
                <a:ext cx="135048" cy="394425"/>
                <a:chOff x="4144808" y="3341160"/>
                <a:chExt cx="116211" cy="329679"/>
              </a:xfrm>
              <a:solidFill>
                <a:srgbClr val="2589C3"/>
              </a:solidFill>
            </p:grpSpPr>
            <p:sp>
              <p:nvSpPr>
                <p:cNvPr id="25" name="Freeform: Shape 47">
                  <a:extLst>
                    <a:ext uri="{FF2B5EF4-FFF2-40B4-BE49-F238E27FC236}">
                      <a16:creationId xmlns:a16="http://schemas.microsoft.com/office/drawing/2014/main" id="{C8354A79-92B3-364B-E5EA-F6C77471F96F}"/>
                    </a:ext>
                  </a:extLst>
                </p:cNvPr>
                <p:cNvSpPr/>
                <p:nvPr/>
              </p:nvSpPr>
              <p:spPr>
                <a:xfrm>
                  <a:off x="4144808" y="3429675"/>
                  <a:ext cx="96319" cy="241164"/>
                </a:xfrm>
                <a:custGeom>
                  <a:avLst/>
                  <a:gdLst>
                    <a:gd name="connsiteX0" fmla="*/ 26728 w 89646"/>
                    <a:gd name="connsiteY0" fmla="*/ 1066 h 241164"/>
                    <a:gd name="connsiteX1" fmla="*/ 89078 w 89646"/>
                    <a:gd name="connsiteY1" fmla="*/ 19063 h 241164"/>
                    <a:gd name="connsiteX2" fmla="*/ 89078 w 89646"/>
                    <a:gd name="connsiteY2" fmla="*/ 41239 h 241164"/>
                    <a:gd name="connsiteX3" fmla="*/ 70617 w 89646"/>
                    <a:gd name="connsiteY3" fmla="*/ 198217 h 241164"/>
                    <a:gd name="connsiteX4" fmla="*/ 78744 w 89646"/>
                    <a:gd name="connsiteY4" fmla="*/ 207389 h 241164"/>
                    <a:gd name="connsiteX5" fmla="*/ 45886 w 89646"/>
                    <a:gd name="connsiteY5" fmla="*/ 240248 h 241164"/>
                    <a:gd name="connsiteX6" fmla="*/ 197 w 89646"/>
                    <a:gd name="connsiteY6" fmla="*/ 196998 h 241164"/>
                    <a:gd name="connsiteX7" fmla="*/ 17613 w 89646"/>
                    <a:gd name="connsiteY7" fmla="*/ 61152 h 241164"/>
                    <a:gd name="connsiteX8" fmla="*/ 4551 w 89646"/>
                    <a:gd name="connsiteY8" fmla="*/ 29512 h 241164"/>
                    <a:gd name="connsiteX9" fmla="*/ 26728 w 89646"/>
                    <a:gd name="connsiteY9" fmla="*/ 1124 h 241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646" h="241164">
                      <a:moveTo>
                        <a:pt x="26728" y="1066"/>
                      </a:moveTo>
                      <a:cubicBezTo>
                        <a:pt x="42170" y="-1372"/>
                        <a:pt x="85246" y="-1198"/>
                        <a:pt x="89078" y="19063"/>
                      </a:cubicBezTo>
                      <a:cubicBezTo>
                        <a:pt x="90123" y="24578"/>
                        <a:pt x="89484" y="35144"/>
                        <a:pt x="89078" y="41239"/>
                      </a:cubicBezTo>
                      <a:cubicBezTo>
                        <a:pt x="87394" y="66957"/>
                        <a:pt x="64289" y="184690"/>
                        <a:pt x="70617" y="198217"/>
                      </a:cubicBezTo>
                      <a:cubicBezTo>
                        <a:pt x="72068" y="201352"/>
                        <a:pt x="77409" y="203093"/>
                        <a:pt x="78744" y="207389"/>
                      </a:cubicBezTo>
                      <a:cubicBezTo>
                        <a:pt x="84724" y="226837"/>
                        <a:pt x="62141" y="238390"/>
                        <a:pt x="45886" y="240248"/>
                      </a:cubicBezTo>
                      <a:cubicBezTo>
                        <a:pt x="7802" y="244602"/>
                        <a:pt x="-1544" y="233978"/>
                        <a:pt x="197" y="196998"/>
                      </a:cubicBezTo>
                      <a:cubicBezTo>
                        <a:pt x="2171" y="153573"/>
                        <a:pt x="16685" y="104460"/>
                        <a:pt x="17613" y="61152"/>
                      </a:cubicBezTo>
                      <a:cubicBezTo>
                        <a:pt x="18078" y="38337"/>
                        <a:pt x="9486" y="44084"/>
                        <a:pt x="4551" y="29512"/>
                      </a:cubicBezTo>
                      <a:cubicBezTo>
                        <a:pt x="-1660" y="11051"/>
                        <a:pt x="9718" y="3736"/>
                        <a:pt x="26728" y="1124"/>
                      </a:cubicBezTo>
                      <a:close/>
                    </a:path>
                  </a:pathLst>
                </a:custGeom>
                <a:solidFill>
                  <a:srgbClr val="2589C3"/>
                </a:solidFill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EA72E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Freeform: Shape 48">
                  <a:extLst>
                    <a:ext uri="{FF2B5EF4-FFF2-40B4-BE49-F238E27FC236}">
                      <a16:creationId xmlns:a16="http://schemas.microsoft.com/office/drawing/2014/main" id="{8A1FD736-5BD1-3574-9C8E-27659D87BB4C}"/>
                    </a:ext>
                  </a:extLst>
                </p:cNvPr>
                <p:cNvSpPr/>
                <p:nvPr/>
              </p:nvSpPr>
              <p:spPr>
                <a:xfrm>
                  <a:off x="4186302" y="3341160"/>
                  <a:ext cx="74717" cy="69000"/>
                </a:xfrm>
                <a:custGeom>
                  <a:avLst/>
                  <a:gdLst>
                    <a:gd name="connsiteX0" fmla="*/ 37229 w 74717"/>
                    <a:gd name="connsiteY0" fmla="*/ 585 h 69000"/>
                    <a:gd name="connsiteX1" fmla="*/ 36010 w 74717"/>
                    <a:gd name="connsiteY1" fmla="*/ 68566 h 69000"/>
                    <a:gd name="connsiteX2" fmla="*/ 37229 w 74717"/>
                    <a:gd name="connsiteY2" fmla="*/ 585 h 69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4717" h="69000">
                      <a:moveTo>
                        <a:pt x="37229" y="585"/>
                      </a:moveTo>
                      <a:cubicBezTo>
                        <a:pt x="83324" y="-7020"/>
                        <a:pt x="91393" y="61948"/>
                        <a:pt x="36010" y="68566"/>
                      </a:cubicBezTo>
                      <a:cubicBezTo>
                        <a:pt x="-17748" y="75010"/>
                        <a:pt x="-6253" y="7725"/>
                        <a:pt x="37229" y="585"/>
                      </a:cubicBezTo>
                      <a:close/>
                    </a:path>
                  </a:pathLst>
                </a:custGeom>
                <a:solidFill>
                  <a:srgbClr val="2589C3"/>
                </a:solidFill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4EA72E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" name="Freeform: Shape 30">
                <a:extLst>
                  <a:ext uri="{FF2B5EF4-FFF2-40B4-BE49-F238E27FC236}">
                    <a16:creationId xmlns:a16="http://schemas.microsoft.com/office/drawing/2014/main" id="{218DC599-8565-66CB-738C-8FAFC254A57C}"/>
                  </a:ext>
                </a:extLst>
              </p:cNvPr>
              <p:cNvSpPr/>
              <p:nvPr/>
            </p:nvSpPr>
            <p:spPr>
              <a:xfrm>
                <a:off x="7605917" y="1413267"/>
                <a:ext cx="293823" cy="469649"/>
              </a:xfrm>
              <a:custGeom>
                <a:avLst/>
                <a:gdLst>
                  <a:gd name="connsiteX0" fmla="*/ 295760 w 298657"/>
                  <a:gd name="connsiteY0" fmla="*/ 339386 h 392555"/>
                  <a:gd name="connsiteX1" fmla="*/ 279911 w 298657"/>
                  <a:gd name="connsiteY1" fmla="*/ 372942 h 392555"/>
                  <a:gd name="connsiteX2" fmla="*/ 160378 w 298657"/>
                  <a:gd name="connsiteY2" fmla="*/ 338806 h 392555"/>
                  <a:gd name="connsiteX3" fmla="*/ 6535 w 298657"/>
                  <a:gd name="connsiteY3" fmla="*/ 273960 h 392555"/>
                  <a:gd name="connsiteX4" fmla="*/ 173731 w 298657"/>
                  <a:gd name="connsiteY4" fmla="*/ 468 h 392555"/>
                  <a:gd name="connsiteX5" fmla="*/ 209956 w 298657"/>
                  <a:gd name="connsiteY5" fmla="*/ 302929 h 392555"/>
                  <a:gd name="connsiteX6" fmla="*/ 258025 w 298657"/>
                  <a:gd name="connsiteY6" fmla="*/ 338864 h 392555"/>
                  <a:gd name="connsiteX7" fmla="*/ 295818 w 298657"/>
                  <a:gd name="connsiteY7" fmla="*/ 339386 h 392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8657" h="392555">
                    <a:moveTo>
                      <a:pt x="295760" y="339386"/>
                    </a:moveTo>
                    <a:cubicBezTo>
                      <a:pt x="305571" y="349256"/>
                      <a:pt x="287980" y="366846"/>
                      <a:pt x="279911" y="372942"/>
                    </a:cubicBezTo>
                    <a:cubicBezTo>
                      <a:pt x="232481" y="408703"/>
                      <a:pt x="180058" y="394537"/>
                      <a:pt x="160378" y="338806"/>
                    </a:cubicBezTo>
                    <a:cubicBezTo>
                      <a:pt x="96751" y="363130"/>
                      <a:pt x="25461" y="345076"/>
                      <a:pt x="6535" y="273960"/>
                    </a:cubicBezTo>
                    <a:cubicBezTo>
                      <a:pt x="-21679" y="168186"/>
                      <a:pt x="42819" y="-10330"/>
                      <a:pt x="173731" y="468"/>
                    </a:cubicBezTo>
                    <a:cubicBezTo>
                      <a:pt x="318633" y="12427"/>
                      <a:pt x="289954" y="231987"/>
                      <a:pt x="209956" y="302929"/>
                    </a:cubicBezTo>
                    <a:cubicBezTo>
                      <a:pt x="225979" y="318661"/>
                      <a:pt x="232887" y="336658"/>
                      <a:pt x="258025" y="338864"/>
                    </a:cubicBezTo>
                    <a:cubicBezTo>
                      <a:pt x="267197" y="339677"/>
                      <a:pt x="291347" y="334916"/>
                      <a:pt x="295818" y="339386"/>
                    </a:cubicBezTo>
                    <a:close/>
                  </a:path>
                </a:pathLst>
              </a:custGeom>
              <a:solidFill>
                <a:srgbClr val="2589C3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42">
                <a:extLst>
                  <a:ext uri="{FF2B5EF4-FFF2-40B4-BE49-F238E27FC236}">
                    <a16:creationId xmlns:a16="http://schemas.microsoft.com/office/drawing/2014/main" id="{825FF71F-CAB5-2FA5-9364-BCB8D3935AB2}"/>
                  </a:ext>
                </a:extLst>
              </p:cNvPr>
              <p:cNvSpPr/>
              <p:nvPr/>
            </p:nvSpPr>
            <p:spPr>
              <a:xfrm>
                <a:off x="7682348" y="1471950"/>
                <a:ext cx="149907" cy="247200"/>
              </a:xfrm>
              <a:custGeom>
                <a:avLst/>
                <a:gdLst>
                  <a:gd name="connsiteX0" fmla="*/ 121042 w 123089"/>
                  <a:gd name="connsiteY0" fmla="*/ 58295 h 206622"/>
                  <a:gd name="connsiteX1" fmla="*/ 121042 w 123089"/>
                  <a:gd name="connsiteY1" fmla="*/ 112692 h 206622"/>
                  <a:gd name="connsiteX2" fmla="*/ 111986 w 123089"/>
                  <a:gd name="connsiteY2" fmla="*/ 164185 h 206622"/>
                  <a:gd name="connsiteX3" fmla="*/ 98808 w 123089"/>
                  <a:gd name="connsiteY3" fmla="*/ 206623 h 206622"/>
                  <a:gd name="connsiteX4" fmla="*/ 34426 w 123089"/>
                  <a:gd name="connsiteY4" fmla="*/ 170629 h 206622"/>
                  <a:gd name="connsiteX5" fmla="*/ 0 w 123089"/>
                  <a:gd name="connsiteY5" fmla="*/ 184330 h 206622"/>
                  <a:gd name="connsiteX6" fmla="*/ 58112 w 123089"/>
                  <a:gd name="connsiteY6" fmla="*/ 8891 h 206622"/>
                  <a:gd name="connsiteX7" fmla="*/ 114192 w 123089"/>
                  <a:gd name="connsiteY7" fmla="*/ 29384 h 206622"/>
                  <a:gd name="connsiteX8" fmla="*/ 121100 w 123089"/>
                  <a:gd name="connsiteY8" fmla="*/ 58295 h 206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089" h="206622">
                    <a:moveTo>
                      <a:pt x="121042" y="58295"/>
                    </a:moveTo>
                    <a:cubicBezTo>
                      <a:pt x="123887" y="75073"/>
                      <a:pt x="123655" y="95740"/>
                      <a:pt x="121042" y="112692"/>
                    </a:cubicBezTo>
                    <a:cubicBezTo>
                      <a:pt x="119881" y="127495"/>
                      <a:pt x="115469" y="149323"/>
                      <a:pt x="111986" y="164185"/>
                    </a:cubicBezTo>
                    <a:cubicBezTo>
                      <a:pt x="108503" y="179047"/>
                      <a:pt x="102465" y="192283"/>
                      <a:pt x="98808" y="206623"/>
                    </a:cubicBezTo>
                    <a:cubicBezTo>
                      <a:pt x="78953" y="186710"/>
                      <a:pt x="67342" y="163721"/>
                      <a:pt x="34426" y="170629"/>
                    </a:cubicBezTo>
                    <a:cubicBezTo>
                      <a:pt x="22467" y="173126"/>
                      <a:pt x="12307" y="183982"/>
                      <a:pt x="0" y="184330"/>
                    </a:cubicBezTo>
                    <a:cubicBezTo>
                      <a:pt x="348" y="133823"/>
                      <a:pt x="14223" y="40124"/>
                      <a:pt x="58112" y="8891"/>
                    </a:cubicBezTo>
                    <a:cubicBezTo>
                      <a:pt x="83481" y="-9222"/>
                      <a:pt x="105019" y="1693"/>
                      <a:pt x="114192" y="29384"/>
                    </a:cubicBezTo>
                    <a:cubicBezTo>
                      <a:pt x="116456" y="36235"/>
                      <a:pt x="120636" y="53477"/>
                      <a:pt x="121100" y="582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43">
                <a:extLst>
                  <a:ext uri="{FF2B5EF4-FFF2-40B4-BE49-F238E27FC236}">
                    <a16:creationId xmlns:a16="http://schemas.microsoft.com/office/drawing/2014/main" id="{9FB183EE-BCC1-226D-9797-8CA8702269AD}"/>
                  </a:ext>
                </a:extLst>
              </p:cNvPr>
              <p:cNvSpPr/>
              <p:nvPr/>
            </p:nvSpPr>
            <p:spPr>
              <a:xfrm>
                <a:off x="7701621" y="1731296"/>
                <a:ext cx="57411" cy="43739"/>
              </a:xfrm>
              <a:custGeom>
                <a:avLst/>
                <a:gdLst>
                  <a:gd name="connsiteX0" fmla="*/ 49404 w 49403"/>
                  <a:gd name="connsiteY0" fmla="*/ 34259 h 36559"/>
                  <a:gd name="connsiteX1" fmla="*/ 0 w 49403"/>
                  <a:gd name="connsiteY1" fmla="*/ 10980 h 36559"/>
                  <a:gd name="connsiteX2" fmla="*/ 49404 w 49403"/>
                  <a:gd name="connsiteY2" fmla="*/ 34259 h 36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403" h="36559">
                    <a:moveTo>
                      <a:pt x="49404" y="34259"/>
                    </a:moveTo>
                    <a:cubicBezTo>
                      <a:pt x="27634" y="41342"/>
                      <a:pt x="8766" y="31647"/>
                      <a:pt x="0" y="10980"/>
                    </a:cubicBezTo>
                    <a:cubicBezTo>
                      <a:pt x="27227" y="-12822"/>
                      <a:pt x="43598" y="5349"/>
                      <a:pt x="49404" y="342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44">
                <a:extLst>
                  <a:ext uri="{FF2B5EF4-FFF2-40B4-BE49-F238E27FC236}">
                    <a16:creationId xmlns:a16="http://schemas.microsoft.com/office/drawing/2014/main" id="{62C91AEF-6642-4F6D-DDC4-489AC6C904F8}"/>
                  </a:ext>
                </a:extLst>
              </p:cNvPr>
              <p:cNvSpPr/>
              <p:nvPr/>
            </p:nvSpPr>
            <p:spPr>
              <a:xfrm>
                <a:off x="6925989" y="1385091"/>
                <a:ext cx="278999" cy="438645"/>
              </a:xfrm>
              <a:custGeom>
                <a:avLst/>
                <a:gdLst>
                  <a:gd name="connsiteX0" fmla="*/ 193046 w 305944"/>
                  <a:gd name="connsiteY0" fmla="*/ 1426 h 366640"/>
                  <a:gd name="connsiteX1" fmla="*/ 254642 w 305944"/>
                  <a:gd name="connsiteY1" fmla="*/ 39684 h 366640"/>
                  <a:gd name="connsiteX2" fmla="*/ 298066 w 305944"/>
                  <a:gd name="connsiteY2" fmla="*/ 312653 h 366640"/>
                  <a:gd name="connsiteX3" fmla="*/ 291622 w 305944"/>
                  <a:gd name="connsiteY3" fmla="*/ 357122 h 366640"/>
                  <a:gd name="connsiteX4" fmla="*/ 219577 w 305944"/>
                  <a:gd name="connsiteY4" fmla="*/ 354045 h 366640"/>
                  <a:gd name="connsiteX5" fmla="*/ 209708 w 305944"/>
                  <a:gd name="connsiteY5" fmla="*/ 267487 h 366640"/>
                  <a:gd name="connsiteX6" fmla="*/ 104456 w 305944"/>
                  <a:gd name="connsiteY6" fmla="*/ 271319 h 366640"/>
                  <a:gd name="connsiteX7" fmla="*/ 72527 w 305944"/>
                  <a:gd name="connsiteY7" fmla="*/ 358051 h 366640"/>
                  <a:gd name="connsiteX8" fmla="*/ 24458 w 305944"/>
                  <a:gd name="connsiteY8" fmla="*/ 366237 h 366640"/>
                  <a:gd name="connsiteX9" fmla="*/ 9422 w 305944"/>
                  <a:gd name="connsiteY9" fmla="*/ 322116 h 366640"/>
                  <a:gd name="connsiteX10" fmla="*/ 64515 w 305944"/>
                  <a:gd name="connsiteY10" fmla="*/ 191843 h 366640"/>
                  <a:gd name="connsiteX11" fmla="*/ 140276 w 305944"/>
                  <a:gd name="connsiteY11" fmla="*/ 27899 h 366640"/>
                  <a:gd name="connsiteX12" fmla="*/ 192988 w 305944"/>
                  <a:gd name="connsiteY12" fmla="*/ 1485 h 366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5944" h="366640">
                    <a:moveTo>
                      <a:pt x="193046" y="1426"/>
                    </a:moveTo>
                    <a:cubicBezTo>
                      <a:pt x="233336" y="-2289"/>
                      <a:pt x="246398" y="-1592"/>
                      <a:pt x="254642" y="39684"/>
                    </a:cubicBezTo>
                    <a:cubicBezTo>
                      <a:pt x="272522" y="128796"/>
                      <a:pt x="280766" y="222844"/>
                      <a:pt x="298066" y="312653"/>
                    </a:cubicBezTo>
                    <a:cubicBezTo>
                      <a:pt x="301897" y="332682"/>
                      <a:pt x="316817" y="346556"/>
                      <a:pt x="291622" y="357122"/>
                    </a:cubicBezTo>
                    <a:cubicBezTo>
                      <a:pt x="276412" y="363508"/>
                      <a:pt x="228053" y="371345"/>
                      <a:pt x="219577" y="354045"/>
                    </a:cubicBezTo>
                    <a:cubicBezTo>
                      <a:pt x="211101" y="336745"/>
                      <a:pt x="217023" y="278285"/>
                      <a:pt x="209708" y="267487"/>
                    </a:cubicBezTo>
                    <a:cubicBezTo>
                      <a:pt x="204889" y="260346"/>
                      <a:pt x="118970" y="271377"/>
                      <a:pt x="104456" y="271319"/>
                    </a:cubicBezTo>
                    <a:cubicBezTo>
                      <a:pt x="89014" y="289083"/>
                      <a:pt x="86924" y="345860"/>
                      <a:pt x="72527" y="358051"/>
                    </a:cubicBezTo>
                    <a:cubicBezTo>
                      <a:pt x="62890" y="366237"/>
                      <a:pt x="36940" y="367456"/>
                      <a:pt x="24458" y="366237"/>
                    </a:cubicBezTo>
                    <a:cubicBezTo>
                      <a:pt x="-11419" y="362695"/>
                      <a:pt x="192" y="347137"/>
                      <a:pt x="9422" y="322116"/>
                    </a:cubicBezTo>
                    <a:cubicBezTo>
                      <a:pt x="25213" y="279330"/>
                      <a:pt x="46112" y="233874"/>
                      <a:pt x="64515" y="191843"/>
                    </a:cubicBezTo>
                    <a:cubicBezTo>
                      <a:pt x="85879" y="143078"/>
                      <a:pt x="113745" y="71788"/>
                      <a:pt x="140276" y="27899"/>
                    </a:cubicBezTo>
                    <a:cubicBezTo>
                      <a:pt x="154034" y="5142"/>
                      <a:pt x="166748" y="3923"/>
                      <a:pt x="192988" y="1485"/>
                    </a:cubicBezTo>
                    <a:close/>
                  </a:path>
                </a:pathLst>
              </a:custGeom>
              <a:solidFill>
                <a:srgbClr val="2589C3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EA72E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45">
                <a:extLst>
                  <a:ext uri="{FF2B5EF4-FFF2-40B4-BE49-F238E27FC236}">
                    <a16:creationId xmlns:a16="http://schemas.microsoft.com/office/drawing/2014/main" id="{68E58509-6F8D-2F3B-0165-25BEF56C4157}"/>
                  </a:ext>
                </a:extLst>
              </p:cNvPr>
              <p:cNvSpPr/>
              <p:nvPr/>
            </p:nvSpPr>
            <p:spPr>
              <a:xfrm>
                <a:off x="7032194" y="1467794"/>
                <a:ext cx="89232" cy="180373"/>
              </a:xfrm>
              <a:custGeom>
                <a:avLst/>
                <a:gdLst>
                  <a:gd name="connsiteX0" fmla="*/ 61924 w 76785"/>
                  <a:gd name="connsiteY0" fmla="*/ 0 h 150765"/>
                  <a:gd name="connsiteX1" fmla="*/ 76786 w 76785"/>
                  <a:gd name="connsiteY1" fmla="*/ 145831 h 150765"/>
                  <a:gd name="connsiteX2" fmla="*/ 155 w 76785"/>
                  <a:gd name="connsiteY2" fmla="*/ 150766 h 150765"/>
                  <a:gd name="connsiteX3" fmla="*/ 1316 w 76785"/>
                  <a:gd name="connsiteY3" fmla="*/ 140839 h 150765"/>
                  <a:gd name="connsiteX4" fmla="*/ 56409 w 76785"/>
                  <a:gd name="connsiteY4" fmla="*/ 3193 h 150765"/>
                  <a:gd name="connsiteX5" fmla="*/ 61924 w 76785"/>
                  <a:gd name="connsiteY5" fmla="*/ 58 h 150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6785" h="150765">
                    <a:moveTo>
                      <a:pt x="61924" y="0"/>
                    </a:moveTo>
                    <a:lnTo>
                      <a:pt x="76786" y="145831"/>
                    </a:lnTo>
                    <a:lnTo>
                      <a:pt x="155" y="150766"/>
                    </a:lnTo>
                    <a:cubicBezTo>
                      <a:pt x="-310" y="147283"/>
                      <a:pt x="329" y="144148"/>
                      <a:pt x="1316" y="140839"/>
                    </a:cubicBezTo>
                    <a:cubicBezTo>
                      <a:pt x="14610" y="95673"/>
                      <a:pt x="43289" y="49288"/>
                      <a:pt x="56409" y="3193"/>
                    </a:cubicBezTo>
                    <a:lnTo>
                      <a:pt x="61924" y="58"/>
                    </a:lnTo>
                    <a:close/>
                  </a:path>
                </a:pathLst>
              </a:custGeom>
              <a:solidFill>
                <a:srgbClr val="FFFFFF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4476A608-699A-7637-CEF7-5A5045FD4AA7}"/>
                </a:ext>
              </a:extLst>
            </p:cNvPr>
            <p:cNvSpPr/>
            <p:nvPr/>
          </p:nvSpPr>
          <p:spPr>
            <a:xfrm flipH="1">
              <a:off x="5653471" y="3513678"/>
              <a:ext cx="2630712" cy="276825"/>
            </a:xfrm>
            <a:custGeom>
              <a:avLst/>
              <a:gdLst/>
              <a:ahLst/>
              <a:cxnLst/>
              <a:rect l="l" t="t" r="r" b="b"/>
              <a:pathLst>
                <a:path w="5955030" h="1860947">
                  <a:moveTo>
                    <a:pt x="0" y="0"/>
                  </a:moveTo>
                  <a:lnTo>
                    <a:pt x="5955030" y="0"/>
                  </a:lnTo>
                  <a:lnTo>
                    <a:pt x="5955030" y="1860947"/>
                  </a:lnTo>
                  <a:lnTo>
                    <a:pt x="0" y="186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8" name="Picture 27" descr="ait">
              <a:extLst>
                <a:ext uri="{FF2B5EF4-FFF2-40B4-BE49-F238E27FC236}">
                  <a16:creationId xmlns:a16="http://schemas.microsoft.com/office/drawing/2014/main" id="{FDEC6422-3338-B4FF-5F14-B52A3C73D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7273" y="2527884"/>
              <a:ext cx="1802232" cy="180223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C1E035E-202C-B7E6-9904-B484C17144D9}"/>
                </a:ext>
              </a:extLst>
            </p:cNvPr>
            <p:cNvCxnSpPr>
              <a:cxnSpLocks/>
            </p:cNvCxnSpPr>
            <p:nvPr/>
          </p:nvCxnSpPr>
          <p:spPr>
            <a:xfrm>
              <a:off x="5606396" y="2640913"/>
              <a:ext cx="1" cy="1528604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1177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07A3-FAAF-1D20-2EDC-3524C86A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logo of a company&#10;&#10;AI-generated content may be incorrect.">
            <a:extLst>
              <a:ext uri="{FF2B5EF4-FFF2-40B4-BE49-F238E27FC236}">
                <a16:creationId xmlns:a16="http://schemas.microsoft.com/office/drawing/2014/main" id="{7503F4B4-3ED2-63BA-24BE-3547C4472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152" y="4950093"/>
            <a:ext cx="3867150" cy="136207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0026835B-B97F-6145-8546-EA9F5534E046}"/>
              </a:ext>
            </a:extLst>
          </p:cNvPr>
          <p:cNvGrpSpPr/>
          <p:nvPr/>
        </p:nvGrpSpPr>
        <p:grpSpPr>
          <a:xfrm>
            <a:off x="2355030" y="1374743"/>
            <a:ext cx="4853353" cy="1802232"/>
            <a:chOff x="3014506" y="1817579"/>
            <a:chExt cx="4853353" cy="18022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2F13D7F-9C1C-698B-2BB0-5536EB45F744}"/>
                </a:ext>
              </a:extLst>
            </p:cNvPr>
            <p:cNvSpPr txBox="1"/>
            <p:nvPr/>
          </p:nvSpPr>
          <p:spPr>
            <a:xfrm>
              <a:off x="5041231" y="3080198"/>
              <a:ext cx="2826628" cy="3847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/>
                  <a:solidFill>
                    <a:srgbClr val="196B24">
                      <a:lumMod val="50000"/>
                    </a:srgbClr>
                  </a:solidFill>
                  <a:effectLst/>
                  <a:uLnTx/>
                  <a:uFillTx/>
                  <a:latin typeface="Franklin Gothic Medium" panose="020B0603020102020204" pitchFamily="34" charset="0"/>
                  <a:ea typeface="+mn-ea"/>
                  <a:cs typeface="+mn-cs"/>
                  <a:sym typeface="Franklin Gothic Medium"/>
                  <a:rtl val="0"/>
                </a:rPr>
                <a:t>Air Quality Nexus Center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FE2B33E-7A82-2CE5-F0CC-DB74AF673D92}"/>
                </a:ext>
              </a:extLst>
            </p:cNvPr>
            <p:cNvGrpSpPr/>
            <p:nvPr/>
          </p:nvGrpSpPr>
          <p:grpSpPr>
            <a:xfrm>
              <a:off x="6564356" y="2197018"/>
              <a:ext cx="286904" cy="483292"/>
              <a:chOff x="7682348" y="1471950"/>
              <a:chExt cx="149907" cy="303085"/>
            </a:xfrm>
          </p:grpSpPr>
          <p:sp>
            <p:nvSpPr>
              <p:cNvPr id="13" name="Freeform: Shape 42">
                <a:extLst>
                  <a:ext uri="{FF2B5EF4-FFF2-40B4-BE49-F238E27FC236}">
                    <a16:creationId xmlns:a16="http://schemas.microsoft.com/office/drawing/2014/main" id="{F5C88F70-0B2A-E6FF-F67B-6060A94A6A55}"/>
                  </a:ext>
                </a:extLst>
              </p:cNvPr>
              <p:cNvSpPr/>
              <p:nvPr/>
            </p:nvSpPr>
            <p:spPr>
              <a:xfrm>
                <a:off x="7682348" y="1471950"/>
                <a:ext cx="149907" cy="247200"/>
              </a:xfrm>
              <a:custGeom>
                <a:avLst/>
                <a:gdLst>
                  <a:gd name="connsiteX0" fmla="*/ 121042 w 123089"/>
                  <a:gd name="connsiteY0" fmla="*/ 58295 h 206622"/>
                  <a:gd name="connsiteX1" fmla="*/ 121042 w 123089"/>
                  <a:gd name="connsiteY1" fmla="*/ 112692 h 206622"/>
                  <a:gd name="connsiteX2" fmla="*/ 111986 w 123089"/>
                  <a:gd name="connsiteY2" fmla="*/ 164185 h 206622"/>
                  <a:gd name="connsiteX3" fmla="*/ 98808 w 123089"/>
                  <a:gd name="connsiteY3" fmla="*/ 206623 h 206622"/>
                  <a:gd name="connsiteX4" fmla="*/ 34426 w 123089"/>
                  <a:gd name="connsiteY4" fmla="*/ 170629 h 206622"/>
                  <a:gd name="connsiteX5" fmla="*/ 0 w 123089"/>
                  <a:gd name="connsiteY5" fmla="*/ 184330 h 206622"/>
                  <a:gd name="connsiteX6" fmla="*/ 58112 w 123089"/>
                  <a:gd name="connsiteY6" fmla="*/ 8891 h 206622"/>
                  <a:gd name="connsiteX7" fmla="*/ 114192 w 123089"/>
                  <a:gd name="connsiteY7" fmla="*/ 29384 h 206622"/>
                  <a:gd name="connsiteX8" fmla="*/ 121100 w 123089"/>
                  <a:gd name="connsiteY8" fmla="*/ 58295 h 206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3089" h="206622">
                    <a:moveTo>
                      <a:pt x="121042" y="58295"/>
                    </a:moveTo>
                    <a:cubicBezTo>
                      <a:pt x="123887" y="75073"/>
                      <a:pt x="123655" y="95740"/>
                      <a:pt x="121042" y="112692"/>
                    </a:cubicBezTo>
                    <a:cubicBezTo>
                      <a:pt x="119881" y="127495"/>
                      <a:pt x="115469" y="149323"/>
                      <a:pt x="111986" y="164185"/>
                    </a:cubicBezTo>
                    <a:cubicBezTo>
                      <a:pt x="108503" y="179047"/>
                      <a:pt x="102465" y="192283"/>
                      <a:pt x="98808" y="206623"/>
                    </a:cubicBezTo>
                    <a:cubicBezTo>
                      <a:pt x="78953" y="186710"/>
                      <a:pt x="67342" y="163721"/>
                      <a:pt x="34426" y="170629"/>
                    </a:cubicBezTo>
                    <a:cubicBezTo>
                      <a:pt x="22467" y="173126"/>
                      <a:pt x="12307" y="183982"/>
                      <a:pt x="0" y="184330"/>
                    </a:cubicBezTo>
                    <a:cubicBezTo>
                      <a:pt x="348" y="133823"/>
                      <a:pt x="14223" y="40124"/>
                      <a:pt x="58112" y="8891"/>
                    </a:cubicBezTo>
                    <a:cubicBezTo>
                      <a:pt x="83481" y="-9222"/>
                      <a:pt x="105019" y="1693"/>
                      <a:pt x="114192" y="29384"/>
                    </a:cubicBezTo>
                    <a:cubicBezTo>
                      <a:pt x="116456" y="36235"/>
                      <a:pt x="120636" y="53477"/>
                      <a:pt x="121100" y="582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43">
                <a:extLst>
                  <a:ext uri="{FF2B5EF4-FFF2-40B4-BE49-F238E27FC236}">
                    <a16:creationId xmlns:a16="http://schemas.microsoft.com/office/drawing/2014/main" id="{F77DEE5E-858C-FF71-6CDF-A1C9E9A41BAF}"/>
                  </a:ext>
                </a:extLst>
              </p:cNvPr>
              <p:cNvSpPr/>
              <p:nvPr/>
            </p:nvSpPr>
            <p:spPr>
              <a:xfrm>
                <a:off x="7701621" y="1731296"/>
                <a:ext cx="57411" cy="43739"/>
              </a:xfrm>
              <a:custGeom>
                <a:avLst/>
                <a:gdLst>
                  <a:gd name="connsiteX0" fmla="*/ 49404 w 49403"/>
                  <a:gd name="connsiteY0" fmla="*/ 34259 h 36559"/>
                  <a:gd name="connsiteX1" fmla="*/ 0 w 49403"/>
                  <a:gd name="connsiteY1" fmla="*/ 10980 h 36559"/>
                  <a:gd name="connsiteX2" fmla="*/ 49404 w 49403"/>
                  <a:gd name="connsiteY2" fmla="*/ 34259 h 36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403" h="36559">
                    <a:moveTo>
                      <a:pt x="49404" y="34259"/>
                    </a:moveTo>
                    <a:cubicBezTo>
                      <a:pt x="27634" y="41342"/>
                      <a:pt x="8766" y="31647"/>
                      <a:pt x="0" y="10980"/>
                    </a:cubicBezTo>
                    <a:cubicBezTo>
                      <a:pt x="27227" y="-12822"/>
                      <a:pt x="43598" y="5349"/>
                      <a:pt x="49404" y="342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58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D9E9F5E6-DC8D-EECB-4225-F58E13E52183}"/>
                </a:ext>
              </a:extLst>
            </p:cNvPr>
            <p:cNvSpPr/>
            <p:nvPr/>
          </p:nvSpPr>
          <p:spPr>
            <a:xfrm flipH="1">
              <a:off x="4980704" y="2803373"/>
              <a:ext cx="2630712" cy="276825"/>
            </a:xfrm>
            <a:custGeom>
              <a:avLst/>
              <a:gdLst/>
              <a:ahLst/>
              <a:cxnLst/>
              <a:rect l="l" t="t" r="r" b="b"/>
              <a:pathLst>
                <a:path w="5955030" h="1860947">
                  <a:moveTo>
                    <a:pt x="0" y="0"/>
                  </a:moveTo>
                  <a:lnTo>
                    <a:pt x="5955030" y="0"/>
                  </a:lnTo>
                  <a:lnTo>
                    <a:pt x="5955030" y="1860947"/>
                  </a:lnTo>
                  <a:lnTo>
                    <a:pt x="0" y="186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8" name="Picture 27" descr="ait">
              <a:extLst>
                <a:ext uri="{FF2B5EF4-FFF2-40B4-BE49-F238E27FC236}">
                  <a16:creationId xmlns:a16="http://schemas.microsoft.com/office/drawing/2014/main" id="{C3C45566-C75C-7EFC-8FD6-E8D666008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506" y="1817579"/>
              <a:ext cx="1802232" cy="180223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32C4F31-27BD-870D-7FB7-EAEA48B3235B}"/>
                </a:ext>
              </a:extLst>
            </p:cNvPr>
            <p:cNvCxnSpPr>
              <a:cxnSpLocks/>
            </p:cNvCxnSpPr>
            <p:nvPr/>
          </p:nvCxnSpPr>
          <p:spPr>
            <a:xfrm>
              <a:off x="4933629" y="1930608"/>
              <a:ext cx="1" cy="1528604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5E64FC6D-2687-04B8-FA56-0A1443CC5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1358" y="3799748"/>
            <a:ext cx="2976738" cy="1103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6C75CB-4F77-9E09-4CEA-9F7699E3C5F1}"/>
              </a:ext>
            </a:extLst>
          </p:cNvPr>
          <p:cNvSpPr txBox="1"/>
          <p:nvPr/>
        </p:nvSpPr>
        <p:spPr>
          <a:xfrm>
            <a:off x="4315101" y="1353873"/>
            <a:ext cx="29767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>
                <a:solidFill>
                  <a:srgbClr val="2589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AirQC</a:t>
            </a:r>
            <a:endParaRPr lang="en-US" sz="7200" dirty="0">
              <a:solidFill>
                <a:srgbClr val="2589C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082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17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Franklin Gothic Medium</vt:lpstr>
      <vt:lpstr>Office Theme</vt:lpstr>
      <vt:lpstr>1_Office Theme</vt:lpstr>
      <vt:lpstr>Center logo to Hun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 Oanh Nguyen Thi</dc:creator>
  <cp:lastModifiedBy>Hun Win Thu</cp:lastModifiedBy>
  <cp:revision>7</cp:revision>
  <dcterms:created xsi:type="dcterms:W3CDTF">2026-01-22T04:09:35Z</dcterms:created>
  <dcterms:modified xsi:type="dcterms:W3CDTF">2026-06-08T03:45:08Z</dcterms:modified>
</cp:coreProperties>
</file>